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8" r:id="rId4"/>
    <p:sldId id="266" r:id="rId5"/>
    <p:sldId id="279" r:id="rId6"/>
    <p:sldId id="296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297" r:id="rId16"/>
    <p:sldId id="269" r:id="rId17"/>
    <p:sldId id="280" r:id="rId18"/>
    <p:sldId id="271" r:id="rId19"/>
    <p:sldId id="268" r:id="rId20"/>
    <p:sldId id="281" r:id="rId21"/>
    <p:sldId id="273" r:id="rId22"/>
    <p:sldId id="275" r:id="rId23"/>
    <p:sldId id="276" r:id="rId24"/>
    <p:sldId id="277" r:id="rId25"/>
    <p:sldId id="295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65" r:id="rId39"/>
    <p:sldId id="260" r:id="rId40"/>
    <p:sldId id="262" r:id="rId41"/>
    <p:sldId id="264" r:id="rId42"/>
    <p:sldId id="263" r:id="rId43"/>
    <p:sldId id="26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C6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6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6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CAB429-7AFA-49D2-B0A5-852627F603B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F872871-8AA6-4B2F-80EE-6189918A9968}">
      <dgm:prSet/>
      <dgm:spPr/>
      <dgm:t>
        <a:bodyPr/>
        <a:lstStyle/>
        <a:p>
          <a:r>
            <a:rPr lang="en-US" b="0" i="0" baseline="0" dirty="0"/>
            <a:t>Introduction &amp; Contextual Background </a:t>
          </a:r>
          <a:endParaRPr lang="en-US" dirty="0"/>
        </a:p>
      </dgm:t>
    </dgm:pt>
    <dgm:pt modelId="{5FE32F29-DE93-4F89-99D0-368603D352ED}" type="parTrans" cxnId="{C11B5A06-F927-49A2-9EF5-12664F238E32}">
      <dgm:prSet/>
      <dgm:spPr/>
      <dgm:t>
        <a:bodyPr/>
        <a:lstStyle/>
        <a:p>
          <a:endParaRPr lang="en-US"/>
        </a:p>
      </dgm:t>
    </dgm:pt>
    <dgm:pt modelId="{F6EDC217-C892-4731-829D-DC5D5ADAA164}" type="sibTrans" cxnId="{C11B5A06-F927-49A2-9EF5-12664F238E32}">
      <dgm:prSet/>
      <dgm:spPr/>
      <dgm:t>
        <a:bodyPr/>
        <a:lstStyle/>
        <a:p>
          <a:endParaRPr lang="en-US"/>
        </a:p>
      </dgm:t>
    </dgm:pt>
    <dgm:pt modelId="{69404C38-3177-4A2E-A675-7E993FDB1F18}">
      <dgm:prSet/>
      <dgm:spPr/>
      <dgm:t>
        <a:bodyPr/>
        <a:lstStyle/>
        <a:p>
          <a:r>
            <a:rPr lang="en-US" b="0" i="0" baseline="0" dirty="0"/>
            <a:t>Evolution of vision Backbones</a:t>
          </a:r>
          <a:endParaRPr lang="en-US" dirty="0"/>
        </a:p>
      </dgm:t>
    </dgm:pt>
    <dgm:pt modelId="{217C59B6-387D-45AB-B0EC-F40CDC7043DF}" type="parTrans" cxnId="{661F8881-94C7-4A06-AD37-8950AEAA8CEE}">
      <dgm:prSet/>
      <dgm:spPr/>
      <dgm:t>
        <a:bodyPr/>
        <a:lstStyle/>
        <a:p>
          <a:endParaRPr lang="en-US"/>
        </a:p>
      </dgm:t>
    </dgm:pt>
    <dgm:pt modelId="{D1476DCD-60E7-4872-9A9B-2D6422AEC5DE}" type="sibTrans" cxnId="{661F8881-94C7-4A06-AD37-8950AEAA8CEE}">
      <dgm:prSet/>
      <dgm:spPr/>
      <dgm:t>
        <a:bodyPr/>
        <a:lstStyle/>
        <a:p>
          <a:endParaRPr lang="en-US"/>
        </a:p>
      </dgm:t>
    </dgm:pt>
    <dgm:pt modelId="{B9079169-C704-43E4-9E48-BB1114D18442}">
      <dgm:prSet/>
      <dgm:spPr/>
      <dgm:t>
        <a:bodyPr/>
        <a:lstStyle/>
        <a:p>
          <a:r>
            <a:rPr lang="en-US" b="0" i="0" baseline="0" dirty="0" err="1"/>
            <a:t>NextVit</a:t>
          </a:r>
          <a:r>
            <a:rPr lang="en-US" b="0" i="0" baseline="0" dirty="0"/>
            <a:t> Architecture</a:t>
          </a:r>
          <a:endParaRPr lang="en-US" dirty="0"/>
        </a:p>
      </dgm:t>
    </dgm:pt>
    <dgm:pt modelId="{1660E191-E0ED-41FD-B17D-010BC3992A9A}" type="parTrans" cxnId="{FBE19590-1B3F-4975-BE05-9AC2DD247707}">
      <dgm:prSet/>
      <dgm:spPr/>
      <dgm:t>
        <a:bodyPr/>
        <a:lstStyle/>
        <a:p>
          <a:endParaRPr lang="en-US"/>
        </a:p>
      </dgm:t>
    </dgm:pt>
    <dgm:pt modelId="{0F343EB1-DEEB-43DC-A622-F9CFA4C084C9}" type="sibTrans" cxnId="{FBE19590-1B3F-4975-BE05-9AC2DD247707}">
      <dgm:prSet/>
      <dgm:spPr/>
      <dgm:t>
        <a:bodyPr/>
        <a:lstStyle/>
        <a:p>
          <a:endParaRPr lang="en-US"/>
        </a:p>
      </dgm:t>
    </dgm:pt>
    <dgm:pt modelId="{CF1CF234-981D-4C37-8AA2-A07718F48976}">
      <dgm:prSet/>
      <dgm:spPr/>
      <dgm:t>
        <a:bodyPr/>
        <a:lstStyle/>
        <a:p>
          <a:r>
            <a:rPr lang="en-US" b="0" i="0" baseline="0" dirty="0" err="1"/>
            <a:t>MambaVision</a:t>
          </a:r>
          <a:r>
            <a:rPr lang="en-US" b="0" i="0" baseline="0" dirty="0"/>
            <a:t> Architecture</a:t>
          </a:r>
          <a:endParaRPr lang="en-US" dirty="0"/>
        </a:p>
      </dgm:t>
    </dgm:pt>
    <dgm:pt modelId="{C47969AD-8E46-482B-B10D-D5F9D64C5672}" type="parTrans" cxnId="{3DDAE75C-41B6-4235-8DCC-42551AB5F814}">
      <dgm:prSet/>
      <dgm:spPr/>
      <dgm:t>
        <a:bodyPr/>
        <a:lstStyle/>
        <a:p>
          <a:endParaRPr lang="en-US"/>
        </a:p>
      </dgm:t>
    </dgm:pt>
    <dgm:pt modelId="{BD34EEEF-9B2E-44C2-B41A-BFD5FF4239FA}" type="sibTrans" cxnId="{3DDAE75C-41B6-4235-8DCC-42551AB5F814}">
      <dgm:prSet/>
      <dgm:spPr/>
      <dgm:t>
        <a:bodyPr/>
        <a:lstStyle/>
        <a:p>
          <a:endParaRPr lang="en-US"/>
        </a:p>
      </dgm:t>
    </dgm:pt>
    <dgm:pt modelId="{2C11033E-AE4E-48CD-B725-A6739EE107F4}">
      <dgm:prSet/>
      <dgm:spPr/>
      <dgm:t>
        <a:bodyPr/>
        <a:lstStyle/>
        <a:p>
          <a:r>
            <a:rPr lang="en-US" b="0" i="0" baseline="0" dirty="0"/>
            <a:t>Experimental Setup </a:t>
          </a:r>
          <a:endParaRPr lang="en-US" dirty="0"/>
        </a:p>
      </dgm:t>
    </dgm:pt>
    <dgm:pt modelId="{F0256120-EDAE-4F62-8356-103107C22D99}" type="parTrans" cxnId="{DE9A4E0A-04EB-479D-A4FC-31FB367F154C}">
      <dgm:prSet/>
      <dgm:spPr/>
      <dgm:t>
        <a:bodyPr/>
        <a:lstStyle/>
        <a:p>
          <a:endParaRPr lang="en-US"/>
        </a:p>
      </dgm:t>
    </dgm:pt>
    <dgm:pt modelId="{DD33A414-353B-406B-947C-10993BBF34AE}" type="sibTrans" cxnId="{DE9A4E0A-04EB-479D-A4FC-31FB367F154C}">
      <dgm:prSet/>
      <dgm:spPr/>
      <dgm:t>
        <a:bodyPr/>
        <a:lstStyle/>
        <a:p>
          <a:endParaRPr lang="en-US"/>
        </a:p>
      </dgm:t>
    </dgm:pt>
    <dgm:pt modelId="{F9E99F17-BAB6-44F7-B656-AC0EA03C7973}">
      <dgm:prSet/>
      <dgm:spPr/>
      <dgm:t>
        <a:bodyPr/>
        <a:lstStyle/>
        <a:p>
          <a:r>
            <a:rPr lang="en-US" b="0" i="0" baseline="0" dirty="0"/>
            <a:t>Classification Results </a:t>
          </a:r>
          <a:endParaRPr lang="en-US" dirty="0"/>
        </a:p>
      </dgm:t>
    </dgm:pt>
    <dgm:pt modelId="{22A96BBD-DEB7-41C7-B9BF-8386D2C556DA}" type="parTrans" cxnId="{D18356D3-C8E9-4F03-A14B-736D89A99149}">
      <dgm:prSet/>
      <dgm:spPr/>
      <dgm:t>
        <a:bodyPr/>
        <a:lstStyle/>
        <a:p>
          <a:endParaRPr lang="en-US"/>
        </a:p>
      </dgm:t>
    </dgm:pt>
    <dgm:pt modelId="{1893B23B-9793-4F1C-BDAA-6E0E00BDB408}" type="sibTrans" cxnId="{D18356D3-C8E9-4F03-A14B-736D89A99149}">
      <dgm:prSet/>
      <dgm:spPr/>
      <dgm:t>
        <a:bodyPr/>
        <a:lstStyle/>
        <a:p>
          <a:endParaRPr lang="en-US"/>
        </a:p>
      </dgm:t>
    </dgm:pt>
    <dgm:pt modelId="{2BF6CD0F-A393-46E3-B358-A78464B5A119}">
      <dgm:prSet/>
      <dgm:spPr/>
      <dgm:t>
        <a:bodyPr/>
        <a:lstStyle/>
        <a:p>
          <a:r>
            <a:rPr lang="en-US" b="0" i="0" baseline="0"/>
            <a:t>Implications &amp; Conclusion</a:t>
          </a:r>
          <a:endParaRPr lang="en-US"/>
        </a:p>
      </dgm:t>
    </dgm:pt>
    <dgm:pt modelId="{C9A1E132-23F3-41E3-9DAA-07134B987D8E}" type="parTrans" cxnId="{1331F0AF-FD2B-4DDF-BF58-30BEE1D0FA59}">
      <dgm:prSet/>
      <dgm:spPr/>
      <dgm:t>
        <a:bodyPr/>
        <a:lstStyle/>
        <a:p>
          <a:endParaRPr lang="en-US"/>
        </a:p>
      </dgm:t>
    </dgm:pt>
    <dgm:pt modelId="{56E00C64-CC57-47FD-BB9B-E7FE11BD2A60}" type="sibTrans" cxnId="{1331F0AF-FD2B-4DDF-BF58-30BEE1D0FA59}">
      <dgm:prSet/>
      <dgm:spPr/>
      <dgm:t>
        <a:bodyPr/>
        <a:lstStyle/>
        <a:p>
          <a:endParaRPr lang="en-US"/>
        </a:p>
      </dgm:t>
    </dgm:pt>
    <dgm:pt modelId="{818CF736-C135-434E-8006-CAE27B69503F}" type="pres">
      <dgm:prSet presAssocID="{09CAB429-7AFA-49D2-B0A5-852627F603B5}" presName="vert0" presStyleCnt="0">
        <dgm:presLayoutVars>
          <dgm:dir/>
          <dgm:animOne val="branch"/>
          <dgm:animLvl val="lvl"/>
        </dgm:presLayoutVars>
      </dgm:prSet>
      <dgm:spPr/>
    </dgm:pt>
    <dgm:pt modelId="{9998B9A4-8BCC-4311-A5E4-9FBEEE0C4853}" type="pres">
      <dgm:prSet presAssocID="{7F872871-8AA6-4B2F-80EE-6189918A9968}" presName="thickLine" presStyleLbl="alignNode1" presStyleIdx="0" presStyleCnt="7"/>
      <dgm:spPr/>
    </dgm:pt>
    <dgm:pt modelId="{115EC4FC-E41D-4FE1-8C57-2E92BE1BCA4B}" type="pres">
      <dgm:prSet presAssocID="{7F872871-8AA6-4B2F-80EE-6189918A9968}" presName="horz1" presStyleCnt="0"/>
      <dgm:spPr/>
    </dgm:pt>
    <dgm:pt modelId="{3E506D59-1FAE-48A7-8914-4D76D9A6FEB0}" type="pres">
      <dgm:prSet presAssocID="{7F872871-8AA6-4B2F-80EE-6189918A9968}" presName="tx1" presStyleLbl="revTx" presStyleIdx="0" presStyleCnt="7"/>
      <dgm:spPr/>
    </dgm:pt>
    <dgm:pt modelId="{C1E8F0F5-C08A-40B6-86AF-703C19CADCD2}" type="pres">
      <dgm:prSet presAssocID="{7F872871-8AA6-4B2F-80EE-6189918A9968}" presName="vert1" presStyleCnt="0"/>
      <dgm:spPr/>
    </dgm:pt>
    <dgm:pt modelId="{186277D2-44FB-41C9-8C05-96F7FAA65990}" type="pres">
      <dgm:prSet presAssocID="{69404C38-3177-4A2E-A675-7E993FDB1F18}" presName="thickLine" presStyleLbl="alignNode1" presStyleIdx="1" presStyleCnt="7"/>
      <dgm:spPr/>
    </dgm:pt>
    <dgm:pt modelId="{D5F584BC-BFFD-41F3-B442-E1DB606942CF}" type="pres">
      <dgm:prSet presAssocID="{69404C38-3177-4A2E-A675-7E993FDB1F18}" presName="horz1" presStyleCnt="0"/>
      <dgm:spPr/>
    </dgm:pt>
    <dgm:pt modelId="{858B0429-78A7-4AC8-9F50-FC702DC4EC6A}" type="pres">
      <dgm:prSet presAssocID="{69404C38-3177-4A2E-A675-7E993FDB1F18}" presName="tx1" presStyleLbl="revTx" presStyleIdx="1" presStyleCnt="7"/>
      <dgm:spPr/>
    </dgm:pt>
    <dgm:pt modelId="{9A7AAD28-216B-4F13-B5C9-1A0E4DA8DD84}" type="pres">
      <dgm:prSet presAssocID="{69404C38-3177-4A2E-A675-7E993FDB1F18}" presName="vert1" presStyleCnt="0"/>
      <dgm:spPr/>
    </dgm:pt>
    <dgm:pt modelId="{15537401-C9F9-4F7B-A718-695AA195EB44}" type="pres">
      <dgm:prSet presAssocID="{B9079169-C704-43E4-9E48-BB1114D18442}" presName="thickLine" presStyleLbl="alignNode1" presStyleIdx="2" presStyleCnt="7"/>
      <dgm:spPr/>
    </dgm:pt>
    <dgm:pt modelId="{BD0C960D-0F4D-4024-93AD-3F82C7AFDE72}" type="pres">
      <dgm:prSet presAssocID="{B9079169-C704-43E4-9E48-BB1114D18442}" presName="horz1" presStyleCnt="0"/>
      <dgm:spPr/>
    </dgm:pt>
    <dgm:pt modelId="{007BE0AE-2B57-4509-AA18-FE94F4C60458}" type="pres">
      <dgm:prSet presAssocID="{B9079169-C704-43E4-9E48-BB1114D18442}" presName="tx1" presStyleLbl="revTx" presStyleIdx="2" presStyleCnt="7"/>
      <dgm:spPr/>
    </dgm:pt>
    <dgm:pt modelId="{BFDEC2B0-A7D1-44DE-A909-60A7A1E2671C}" type="pres">
      <dgm:prSet presAssocID="{B9079169-C704-43E4-9E48-BB1114D18442}" presName="vert1" presStyleCnt="0"/>
      <dgm:spPr/>
    </dgm:pt>
    <dgm:pt modelId="{70754FCB-141F-4FAD-A179-01299528911D}" type="pres">
      <dgm:prSet presAssocID="{CF1CF234-981D-4C37-8AA2-A07718F48976}" presName="thickLine" presStyleLbl="alignNode1" presStyleIdx="3" presStyleCnt="7"/>
      <dgm:spPr/>
    </dgm:pt>
    <dgm:pt modelId="{8F415C8E-6E7A-496A-9DE2-3CF02AD1AF48}" type="pres">
      <dgm:prSet presAssocID="{CF1CF234-981D-4C37-8AA2-A07718F48976}" presName="horz1" presStyleCnt="0"/>
      <dgm:spPr/>
    </dgm:pt>
    <dgm:pt modelId="{4C68A822-9D2C-4F3F-BDE6-196E11062EA3}" type="pres">
      <dgm:prSet presAssocID="{CF1CF234-981D-4C37-8AA2-A07718F48976}" presName="tx1" presStyleLbl="revTx" presStyleIdx="3" presStyleCnt="7"/>
      <dgm:spPr/>
    </dgm:pt>
    <dgm:pt modelId="{84B92D75-3755-458D-835F-965576B72EEE}" type="pres">
      <dgm:prSet presAssocID="{CF1CF234-981D-4C37-8AA2-A07718F48976}" presName="vert1" presStyleCnt="0"/>
      <dgm:spPr/>
    </dgm:pt>
    <dgm:pt modelId="{21646C33-667D-4092-A1A8-EDE2023A915A}" type="pres">
      <dgm:prSet presAssocID="{2C11033E-AE4E-48CD-B725-A6739EE107F4}" presName="thickLine" presStyleLbl="alignNode1" presStyleIdx="4" presStyleCnt="7"/>
      <dgm:spPr/>
    </dgm:pt>
    <dgm:pt modelId="{9AB34BEE-6933-4748-88C3-D7C2AC3A1349}" type="pres">
      <dgm:prSet presAssocID="{2C11033E-AE4E-48CD-B725-A6739EE107F4}" presName="horz1" presStyleCnt="0"/>
      <dgm:spPr/>
    </dgm:pt>
    <dgm:pt modelId="{D0BA5703-1485-4A22-A9E9-DCE775418D20}" type="pres">
      <dgm:prSet presAssocID="{2C11033E-AE4E-48CD-B725-A6739EE107F4}" presName="tx1" presStyleLbl="revTx" presStyleIdx="4" presStyleCnt="7"/>
      <dgm:spPr/>
    </dgm:pt>
    <dgm:pt modelId="{90BDCDB6-0287-40C4-8381-B5EB2A7610A8}" type="pres">
      <dgm:prSet presAssocID="{2C11033E-AE4E-48CD-B725-A6739EE107F4}" presName="vert1" presStyleCnt="0"/>
      <dgm:spPr/>
    </dgm:pt>
    <dgm:pt modelId="{F2BF73CC-687D-4C10-A316-7DF9427ED59F}" type="pres">
      <dgm:prSet presAssocID="{F9E99F17-BAB6-44F7-B656-AC0EA03C7973}" presName="thickLine" presStyleLbl="alignNode1" presStyleIdx="5" presStyleCnt="7"/>
      <dgm:spPr/>
    </dgm:pt>
    <dgm:pt modelId="{97A2AD93-1046-4179-9975-F184A6C2EF15}" type="pres">
      <dgm:prSet presAssocID="{F9E99F17-BAB6-44F7-B656-AC0EA03C7973}" presName="horz1" presStyleCnt="0"/>
      <dgm:spPr/>
    </dgm:pt>
    <dgm:pt modelId="{97CF83FC-E90F-48E7-8BC0-FC581813C18C}" type="pres">
      <dgm:prSet presAssocID="{F9E99F17-BAB6-44F7-B656-AC0EA03C7973}" presName="tx1" presStyleLbl="revTx" presStyleIdx="5" presStyleCnt="7"/>
      <dgm:spPr/>
    </dgm:pt>
    <dgm:pt modelId="{6277B533-7BDD-4FBE-B067-43E7BE0C65C7}" type="pres">
      <dgm:prSet presAssocID="{F9E99F17-BAB6-44F7-B656-AC0EA03C7973}" presName="vert1" presStyleCnt="0"/>
      <dgm:spPr/>
    </dgm:pt>
    <dgm:pt modelId="{2F6B2E86-815B-43A8-9B28-CD1151D7856F}" type="pres">
      <dgm:prSet presAssocID="{2BF6CD0F-A393-46E3-B358-A78464B5A119}" presName="thickLine" presStyleLbl="alignNode1" presStyleIdx="6" presStyleCnt="7"/>
      <dgm:spPr/>
    </dgm:pt>
    <dgm:pt modelId="{84B685BD-EFB8-4954-9FD8-A93E893EE52C}" type="pres">
      <dgm:prSet presAssocID="{2BF6CD0F-A393-46E3-B358-A78464B5A119}" presName="horz1" presStyleCnt="0"/>
      <dgm:spPr/>
    </dgm:pt>
    <dgm:pt modelId="{17881847-5684-471A-A1CF-3DED0DCACF48}" type="pres">
      <dgm:prSet presAssocID="{2BF6CD0F-A393-46E3-B358-A78464B5A119}" presName="tx1" presStyleLbl="revTx" presStyleIdx="6" presStyleCnt="7"/>
      <dgm:spPr/>
    </dgm:pt>
    <dgm:pt modelId="{C0B34AE8-A987-403F-86FA-1681502A6A6C}" type="pres">
      <dgm:prSet presAssocID="{2BF6CD0F-A393-46E3-B358-A78464B5A119}" presName="vert1" presStyleCnt="0"/>
      <dgm:spPr/>
    </dgm:pt>
  </dgm:ptLst>
  <dgm:cxnLst>
    <dgm:cxn modelId="{C11B5A06-F927-49A2-9EF5-12664F238E32}" srcId="{09CAB429-7AFA-49D2-B0A5-852627F603B5}" destId="{7F872871-8AA6-4B2F-80EE-6189918A9968}" srcOrd="0" destOrd="0" parTransId="{5FE32F29-DE93-4F89-99D0-368603D352ED}" sibTransId="{F6EDC217-C892-4731-829D-DC5D5ADAA164}"/>
    <dgm:cxn modelId="{DE9A4E0A-04EB-479D-A4FC-31FB367F154C}" srcId="{09CAB429-7AFA-49D2-B0A5-852627F603B5}" destId="{2C11033E-AE4E-48CD-B725-A6739EE107F4}" srcOrd="4" destOrd="0" parTransId="{F0256120-EDAE-4F62-8356-103107C22D99}" sibTransId="{DD33A414-353B-406B-947C-10993BBF34AE}"/>
    <dgm:cxn modelId="{1BF40C17-387B-42AB-BD25-5F927FA489CC}" type="presOf" srcId="{2C11033E-AE4E-48CD-B725-A6739EE107F4}" destId="{D0BA5703-1485-4A22-A9E9-DCE775418D20}" srcOrd="0" destOrd="0" presId="urn:microsoft.com/office/officeart/2008/layout/LinedList"/>
    <dgm:cxn modelId="{3DDAE75C-41B6-4235-8DCC-42551AB5F814}" srcId="{09CAB429-7AFA-49D2-B0A5-852627F603B5}" destId="{CF1CF234-981D-4C37-8AA2-A07718F48976}" srcOrd="3" destOrd="0" parTransId="{C47969AD-8E46-482B-B10D-D5F9D64C5672}" sibTransId="{BD34EEEF-9B2E-44C2-B41A-BFD5FF4239FA}"/>
    <dgm:cxn modelId="{F566A462-99C7-455D-83C5-6268283A6BCE}" type="presOf" srcId="{2BF6CD0F-A393-46E3-B358-A78464B5A119}" destId="{17881847-5684-471A-A1CF-3DED0DCACF48}" srcOrd="0" destOrd="0" presId="urn:microsoft.com/office/officeart/2008/layout/LinedList"/>
    <dgm:cxn modelId="{F4AFCD63-3D02-4FD6-BF40-374D99B629BA}" type="presOf" srcId="{CF1CF234-981D-4C37-8AA2-A07718F48976}" destId="{4C68A822-9D2C-4F3F-BDE6-196E11062EA3}" srcOrd="0" destOrd="0" presId="urn:microsoft.com/office/officeart/2008/layout/LinedList"/>
    <dgm:cxn modelId="{11B9BE57-2B4B-405A-8695-3E60C98081CF}" type="presOf" srcId="{F9E99F17-BAB6-44F7-B656-AC0EA03C7973}" destId="{97CF83FC-E90F-48E7-8BC0-FC581813C18C}" srcOrd="0" destOrd="0" presId="urn:microsoft.com/office/officeart/2008/layout/LinedList"/>
    <dgm:cxn modelId="{66093D78-0B4C-46F8-A5A6-62F33B4E5223}" type="presOf" srcId="{69404C38-3177-4A2E-A675-7E993FDB1F18}" destId="{858B0429-78A7-4AC8-9F50-FC702DC4EC6A}" srcOrd="0" destOrd="0" presId="urn:microsoft.com/office/officeart/2008/layout/LinedList"/>
    <dgm:cxn modelId="{4BA0E67B-9DD0-4690-B1D7-70E57337623B}" type="presOf" srcId="{09CAB429-7AFA-49D2-B0A5-852627F603B5}" destId="{818CF736-C135-434E-8006-CAE27B69503F}" srcOrd="0" destOrd="0" presId="urn:microsoft.com/office/officeart/2008/layout/LinedList"/>
    <dgm:cxn modelId="{661F8881-94C7-4A06-AD37-8950AEAA8CEE}" srcId="{09CAB429-7AFA-49D2-B0A5-852627F603B5}" destId="{69404C38-3177-4A2E-A675-7E993FDB1F18}" srcOrd="1" destOrd="0" parTransId="{217C59B6-387D-45AB-B0EC-F40CDC7043DF}" sibTransId="{D1476DCD-60E7-4872-9A9B-2D6422AEC5DE}"/>
    <dgm:cxn modelId="{FBE19590-1B3F-4975-BE05-9AC2DD247707}" srcId="{09CAB429-7AFA-49D2-B0A5-852627F603B5}" destId="{B9079169-C704-43E4-9E48-BB1114D18442}" srcOrd="2" destOrd="0" parTransId="{1660E191-E0ED-41FD-B17D-010BC3992A9A}" sibTransId="{0F343EB1-DEEB-43DC-A622-F9CFA4C084C9}"/>
    <dgm:cxn modelId="{B48C4C93-0E1B-4E31-87A2-8E6FF7DB9E15}" type="presOf" srcId="{B9079169-C704-43E4-9E48-BB1114D18442}" destId="{007BE0AE-2B57-4509-AA18-FE94F4C60458}" srcOrd="0" destOrd="0" presId="urn:microsoft.com/office/officeart/2008/layout/LinedList"/>
    <dgm:cxn modelId="{1331F0AF-FD2B-4DDF-BF58-30BEE1D0FA59}" srcId="{09CAB429-7AFA-49D2-B0A5-852627F603B5}" destId="{2BF6CD0F-A393-46E3-B358-A78464B5A119}" srcOrd="6" destOrd="0" parTransId="{C9A1E132-23F3-41E3-9DAA-07134B987D8E}" sibTransId="{56E00C64-CC57-47FD-BB9B-E7FE11BD2A60}"/>
    <dgm:cxn modelId="{D18356D3-C8E9-4F03-A14B-736D89A99149}" srcId="{09CAB429-7AFA-49D2-B0A5-852627F603B5}" destId="{F9E99F17-BAB6-44F7-B656-AC0EA03C7973}" srcOrd="5" destOrd="0" parTransId="{22A96BBD-DEB7-41C7-B9BF-8386D2C556DA}" sibTransId="{1893B23B-9793-4F1C-BDAA-6E0E00BDB408}"/>
    <dgm:cxn modelId="{44DC2AD5-433A-4C1F-A6AE-43256F2AB286}" type="presOf" srcId="{7F872871-8AA6-4B2F-80EE-6189918A9968}" destId="{3E506D59-1FAE-48A7-8914-4D76D9A6FEB0}" srcOrd="0" destOrd="0" presId="urn:microsoft.com/office/officeart/2008/layout/LinedList"/>
    <dgm:cxn modelId="{E88FFD1C-3428-43DD-8F1B-A0156245B212}" type="presParOf" srcId="{818CF736-C135-434E-8006-CAE27B69503F}" destId="{9998B9A4-8BCC-4311-A5E4-9FBEEE0C4853}" srcOrd="0" destOrd="0" presId="urn:microsoft.com/office/officeart/2008/layout/LinedList"/>
    <dgm:cxn modelId="{FE4AFF69-2F83-409C-8760-39FE8BDF7F18}" type="presParOf" srcId="{818CF736-C135-434E-8006-CAE27B69503F}" destId="{115EC4FC-E41D-4FE1-8C57-2E92BE1BCA4B}" srcOrd="1" destOrd="0" presId="urn:microsoft.com/office/officeart/2008/layout/LinedList"/>
    <dgm:cxn modelId="{92841FB2-8263-45F6-AF93-7FBD32FFBDC6}" type="presParOf" srcId="{115EC4FC-E41D-4FE1-8C57-2E92BE1BCA4B}" destId="{3E506D59-1FAE-48A7-8914-4D76D9A6FEB0}" srcOrd="0" destOrd="0" presId="urn:microsoft.com/office/officeart/2008/layout/LinedList"/>
    <dgm:cxn modelId="{489C3286-6AE8-4FA4-8297-AC21AA7AEBC4}" type="presParOf" srcId="{115EC4FC-E41D-4FE1-8C57-2E92BE1BCA4B}" destId="{C1E8F0F5-C08A-40B6-86AF-703C19CADCD2}" srcOrd="1" destOrd="0" presId="urn:microsoft.com/office/officeart/2008/layout/LinedList"/>
    <dgm:cxn modelId="{3F7013AB-C9DF-49B3-BDEB-D70922C10F81}" type="presParOf" srcId="{818CF736-C135-434E-8006-CAE27B69503F}" destId="{186277D2-44FB-41C9-8C05-96F7FAA65990}" srcOrd="2" destOrd="0" presId="urn:microsoft.com/office/officeart/2008/layout/LinedList"/>
    <dgm:cxn modelId="{30D2996F-C24F-422F-B0AA-FB6D3AE2A448}" type="presParOf" srcId="{818CF736-C135-434E-8006-CAE27B69503F}" destId="{D5F584BC-BFFD-41F3-B442-E1DB606942CF}" srcOrd="3" destOrd="0" presId="urn:microsoft.com/office/officeart/2008/layout/LinedList"/>
    <dgm:cxn modelId="{30599B3E-C352-4C78-B838-5DD2EEB8F4A1}" type="presParOf" srcId="{D5F584BC-BFFD-41F3-B442-E1DB606942CF}" destId="{858B0429-78A7-4AC8-9F50-FC702DC4EC6A}" srcOrd="0" destOrd="0" presId="urn:microsoft.com/office/officeart/2008/layout/LinedList"/>
    <dgm:cxn modelId="{31123277-3AAF-42BC-8408-A5A04860255E}" type="presParOf" srcId="{D5F584BC-BFFD-41F3-B442-E1DB606942CF}" destId="{9A7AAD28-216B-4F13-B5C9-1A0E4DA8DD84}" srcOrd="1" destOrd="0" presId="urn:microsoft.com/office/officeart/2008/layout/LinedList"/>
    <dgm:cxn modelId="{49AA532C-EA71-4F34-9703-538CA68DEEAA}" type="presParOf" srcId="{818CF736-C135-434E-8006-CAE27B69503F}" destId="{15537401-C9F9-4F7B-A718-695AA195EB44}" srcOrd="4" destOrd="0" presId="urn:microsoft.com/office/officeart/2008/layout/LinedList"/>
    <dgm:cxn modelId="{95F4F3AA-A482-4EC4-BB2B-E8F4ABB17E30}" type="presParOf" srcId="{818CF736-C135-434E-8006-CAE27B69503F}" destId="{BD0C960D-0F4D-4024-93AD-3F82C7AFDE72}" srcOrd="5" destOrd="0" presId="urn:microsoft.com/office/officeart/2008/layout/LinedList"/>
    <dgm:cxn modelId="{2EBF090B-BA32-403F-8EB4-9221DB3735B6}" type="presParOf" srcId="{BD0C960D-0F4D-4024-93AD-3F82C7AFDE72}" destId="{007BE0AE-2B57-4509-AA18-FE94F4C60458}" srcOrd="0" destOrd="0" presId="urn:microsoft.com/office/officeart/2008/layout/LinedList"/>
    <dgm:cxn modelId="{A9F122EF-7088-43B7-9DC3-CEF597837C62}" type="presParOf" srcId="{BD0C960D-0F4D-4024-93AD-3F82C7AFDE72}" destId="{BFDEC2B0-A7D1-44DE-A909-60A7A1E2671C}" srcOrd="1" destOrd="0" presId="urn:microsoft.com/office/officeart/2008/layout/LinedList"/>
    <dgm:cxn modelId="{8B8A2E52-3989-4B47-8001-7C16F22F1D49}" type="presParOf" srcId="{818CF736-C135-434E-8006-CAE27B69503F}" destId="{70754FCB-141F-4FAD-A179-01299528911D}" srcOrd="6" destOrd="0" presId="urn:microsoft.com/office/officeart/2008/layout/LinedList"/>
    <dgm:cxn modelId="{A74A6BBE-EDC7-4254-A83B-7D5D2E03FAD6}" type="presParOf" srcId="{818CF736-C135-434E-8006-CAE27B69503F}" destId="{8F415C8E-6E7A-496A-9DE2-3CF02AD1AF48}" srcOrd="7" destOrd="0" presId="urn:microsoft.com/office/officeart/2008/layout/LinedList"/>
    <dgm:cxn modelId="{E7E80C89-0BF0-4C89-800D-C14A6C8BEEA5}" type="presParOf" srcId="{8F415C8E-6E7A-496A-9DE2-3CF02AD1AF48}" destId="{4C68A822-9D2C-4F3F-BDE6-196E11062EA3}" srcOrd="0" destOrd="0" presId="urn:microsoft.com/office/officeart/2008/layout/LinedList"/>
    <dgm:cxn modelId="{1E4B4D6B-1EE8-44E7-BD8E-F34855035198}" type="presParOf" srcId="{8F415C8E-6E7A-496A-9DE2-3CF02AD1AF48}" destId="{84B92D75-3755-458D-835F-965576B72EEE}" srcOrd="1" destOrd="0" presId="urn:microsoft.com/office/officeart/2008/layout/LinedList"/>
    <dgm:cxn modelId="{4615ED6F-7D10-49EE-AD6B-B25C9540F19B}" type="presParOf" srcId="{818CF736-C135-434E-8006-CAE27B69503F}" destId="{21646C33-667D-4092-A1A8-EDE2023A915A}" srcOrd="8" destOrd="0" presId="urn:microsoft.com/office/officeart/2008/layout/LinedList"/>
    <dgm:cxn modelId="{F3493F71-0F66-4AC1-BE0B-227820F8997C}" type="presParOf" srcId="{818CF736-C135-434E-8006-CAE27B69503F}" destId="{9AB34BEE-6933-4748-88C3-D7C2AC3A1349}" srcOrd="9" destOrd="0" presId="urn:microsoft.com/office/officeart/2008/layout/LinedList"/>
    <dgm:cxn modelId="{F0EFD2F8-E7F2-4AC5-8A8E-C953576D51DD}" type="presParOf" srcId="{9AB34BEE-6933-4748-88C3-D7C2AC3A1349}" destId="{D0BA5703-1485-4A22-A9E9-DCE775418D20}" srcOrd="0" destOrd="0" presId="urn:microsoft.com/office/officeart/2008/layout/LinedList"/>
    <dgm:cxn modelId="{C4AD8970-6B5B-4615-80A1-1704B5E73ECD}" type="presParOf" srcId="{9AB34BEE-6933-4748-88C3-D7C2AC3A1349}" destId="{90BDCDB6-0287-40C4-8381-B5EB2A7610A8}" srcOrd="1" destOrd="0" presId="urn:microsoft.com/office/officeart/2008/layout/LinedList"/>
    <dgm:cxn modelId="{8AB05005-7787-4915-95A0-9967E84DC6C0}" type="presParOf" srcId="{818CF736-C135-434E-8006-CAE27B69503F}" destId="{F2BF73CC-687D-4C10-A316-7DF9427ED59F}" srcOrd="10" destOrd="0" presId="urn:microsoft.com/office/officeart/2008/layout/LinedList"/>
    <dgm:cxn modelId="{544CEB74-EA45-4319-9121-A92EDD2E10E0}" type="presParOf" srcId="{818CF736-C135-434E-8006-CAE27B69503F}" destId="{97A2AD93-1046-4179-9975-F184A6C2EF15}" srcOrd="11" destOrd="0" presId="urn:microsoft.com/office/officeart/2008/layout/LinedList"/>
    <dgm:cxn modelId="{56C90530-CF1C-45E1-BE3F-7E64A301B238}" type="presParOf" srcId="{97A2AD93-1046-4179-9975-F184A6C2EF15}" destId="{97CF83FC-E90F-48E7-8BC0-FC581813C18C}" srcOrd="0" destOrd="0" presId="urn:microsoft.com/office/officeart/2008/layout/LinedList"/>
    <dgm:cxn modelId="{3E8629F5-C675-4AD7-9DE8-A74128E08A97}" type="presParOf" srcId="{97A2AD93-1046-4179-9975-F184A6C2EF15}" destId="{6277B533-7BDD-4FBE-B067-43E7BE0C65C7}" srcOrd="1" destOrd="0" presId="urn:microsoft.com/office/officeart/2008/layout/LinedList"/>
    <dgm:cxn modelId="{4F81D270-180A-4236-B3D7-DC853544FDD5}" type="presParOf" srcId="{818CF736-C135-434E-8006-CAE27B69503F}" destId="{2F6B2E86-815B-43A8-9B28-CD1151D7856F}" srcOrd="12" destOrd="0" presId="urn:microsoft.com/office/officeart/2008/layout/LinedList"/>
    <dgm:cxn modelId="{C1D6FCAE-534D-444F-BA6E-3E75FA22597A}" type="presParOf" srcId="{818CF736-C135-434E-8006-CAE27B69503F}" destId="{84B685BD-EFB8-4954-9FD8-A93E893EE52C}" srcOrd="13" destOrd="0" presId="urn:microsoft.com/office/officeart/2008/layout/LinedList"/>
    <dgm:cxn modelId="{7BDEF878-D403-4D2A-8838-E5349240C80C}" type="presParOf" srcId="{84B685BD-EFB8-4954-9FD8-A93E893EE52C}" destId="{17881847-5684-471A-A1CF-3DED0DCACF48}" srcOrd="0" destOrd="0" presId="urn:microsoft.com/office/officeart/2008/layout/LinedList"/>
    <dgm:cxn modelId="{6FDB0252-45DB-4C15-BED5-4A363DC9873E}" type="presParOf" srcId="{84B685BD-EFB8-4954-9FD8-A93E893EE52C}" destId="{C0B34AE8-A987-403F-86FA-1681502A6A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479888-9F8A-479B-907C-666BE270638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6FDB03-1C2D-4AC7-919D-0E776154615F}">
      <dgm:prSet/>
      <dgm:spPr/>
      <dgm:t>
        <a:bodyPr/>
        <a:lstStyle/>
        <a:p>
          <a:r>
            <a:rPr lang="en-US"/>
            <a:t>CNN Era (ResNet, EfficientNet): </a:t>
          </a:r>
        </a:p>
      </dgm:t>
    </dgm:pt>
    <dgm:pt modelId="{5E7FF56C-6398-41DA-9BEA-269180D61960}" type="parTrans" cxnId="{426A781B-ADBF-4841-A8B6-40C99A579A72}">
      <dgm:prSet/>
      <dgm:spPr/>
      <dgm:t>
        <a:bodyPr/>
        <a:lstStyle/>
        <a:p>
          <a:endParaRPr lang="en-US"/>
        </a:p>
      </dgm:t>
    </dgm:pt>
    <dgm:pt modelId="{98454555-CBC2-44C1-80D2-1A7B74AB299D}" type="sibTrans" cxnId="{426A781B-ADBF-4841-A8B6-40C99A579A72}">
      <dgm:prSet/>
      <dgm:spPr/>
      <dgm:t>
        <a:bodyPr/>
        <a:lstStyle/>
        <a:p>
          <a:endParaRPr lang="en-US"/>
        </a:p>
      </dgm:t>
    </dgm:pt>
    <dgm:pt modelId="{0102A1B4-2D97-42ED-8C71-4E37952CF765}">
      <dgm:prSet/>
      <dgm:spPr/>
      <dgm:t>
        <a:bodyPr/>
        <a:lstStyle/>
        <a:p>
          <a:r>
            <a:rPr lang="en-US"/>
            <a:t>Local inductive biases  </a:t>
          </a:r>
        </a:p>
      </dgm:t>
    </dgm:pt>
    <dgm:pt modelId="{408E7F72-7C85-4636-A332-C03682969B24}" type="parTrans" cxnId="{64EA8E2F-417C-4B1A-BF3D-EA6F66C6AAB8}">
      <dgm:prSet/>
      <dgm:spPr/>
      <dgm:t>
        <a:bodyPr/>
        <a:lstStyle/>
        <a:p>
          <a:endParaRPr lang="en-US"/>
        </a:p>
      </dgm:t>
    </dgm:pt>
    <dgm:pt modelId="{EB7ECBB7-9E9E-4C95-B5DA-3FB8888B14F4}" type="sibTrans" cxnId="{64EA8E2F-417C-4B1A-BF3D-EA6F66C6AAB8}">
      <dgm:prSet/>
      <dgm:spPr/>
      <dgm:t>
        <a:bodyPr/>
        <a:lstStyle/>
        <a:p>
          <a:endParaRPr lang="en-US"/>
        </a:p>
      </dgm:t>
    </dgm:pt>
    <dgm:pt modelId="{6778AF9C-161A-47D6-9610-C86F32B65827}">
      <dgm:prSet/>
      <dgm:spPr/>
      <dgm:t>
        <a:bodyPr/>
        <a:lstStyle/>
        <a:p>
          <a:r>
            <a:rPr lang="en-US"/>
            <a:t>hierarchical features</a:t>
          </a:r>
        </a:p>
      </dgm:t>
    </dgm:pt>
    <dgm:pt modelId="{3C1D9CE9-FA9A-4648-9816-6A0099D5E51E}" type="parTrans" cxnId="{D348C84B-2F72-4E32-A63E-3643E0DA59AE}">
      <dgm:prSet/>
      <dgm:spPr/>
      <dgm:t>
        <a:bodyPr/>
        <a:lstStyle/>
        <a:p>
          <a:endParaRPr lang="en-US"/>
        </a:p>
      </dgm:t>
    </dgm:pt>
    <dgm:pt modelId="{0EF8FBA9-6375-4E06-8C7B-F3AEB8A2AB8E}" type="sibTrans" cxnId="{D348C84B-2F72-4E32-A63E-3643E0DA59AE}">
      <dgm:prSet/>
      <dgm:spPr/>
      <dgm:t>
        <a:bodyPr/>
        <a:lstStyle/>
        <a:p>
          <a:endParaRPr lang="en-US"/>
        </a:p>
      </dgm:t>
    </dgm:pt>
    <dgm:pt modelId="{E17F8939-FAD2-449F-B713-9A3CD880C842}">
      <dgm:prSet/>
      <dgm:spPr/>
      <dgm:t>
        <a:bodyPr/>
        <a:lstStyle/>
        <a:p>
          <a:r>
            <a:rPr lang="en-US"/>
            <a:t>limited long-range modeling</a:t>
          </a:r>
        </a:p>
      </dgm:t>
    </dgm:pt>
    <dgm:pt modelId="{D1CFB097-B227-467A-9AF3-53D60EA1A877}" type="parTrans" cxnId="{8B1AE2D8-9585-477B-AFDF-0FBA70FDE2D4}">
      <dgm:prSet/>
      <dgm:spPr/>
      <dgm:t>
        <a:bodyPr/>
        <a:lstStyle/>
        <a:p>
          <a:endParaRPr lang="en-US"/>
        </a:p>
      </dgm:t>
    </dgm:pt>
    <dgm:pt modelId="{DBD9B9AA-ACBA-410C-94E5-818E970A22E1}" type="sibTrans" cxnId="{8B1AE2D8-9585-477B-AFDF-0FBA70FDE2D4}">
      <dgm:prSet/>
      <dgm:spPr/>
      <dgm:t>
        <a:bodyPr/>
        <a:lstStyle/>
        <a:p>
          <a:endParaRPr lang="en-US"/>
        </a:p>
      </dgm:t>
    </dgm:pt>
    <dgm:pt modelId="{D79C0D68-207D-47CC-84A5-DB3DD4317F2F}">
      <dgm:prSet/>
      <dgm:spPr>
        <a:noFill/>
        <a:ln>
          <a:noFill/>
        </a:ln>
      </dgm:spPr>
      <dgm:t>
        <a:bodyPr/>
        <a:lstStyle/>
        <a:p>
          <a:r>
            <a:rPr lang="en-US" dirty="0">
              <a:noFill/>
            </a:rPr>
            <a:t>Vision Transformer (</a:t>
          </a:r>
          <a:r>
            <a:rPr lang="en-US" dirty="0" err="1">
              <a:noFill/>
            </a:rPr>
            <a:t>ViT</a:t>
          </a:r>
          <a:r>
            <a:rPr lang="en-US" dirty="0">
              <a:noFill/>
            </a:rPr>
            <a:t>): </a:t>
          </a:r>
        </a:p>
      </dgm:t>
    </dgm:pt>
    <dgm:pt modelId="{0F6FA25E-B012-4846-A372-4543E043DFE2}" type="parTrans" cxnId="{3DE9FC95-C2D1-4069-8A72-8DAFDCC27614}">
      <dgm:prSet/>
      <dgm:spPr/>
      <dgm:t>
        <a:bodyPr/>
        <a:lstStyle/>
        <a:p>
          <a:endParaRPr lang="en-US"/>
        </a:p>
      </dgm:t>
    </dgm:pt>
    <dgm:pt modelId="{02469F55-B16D-4480-8AE0-0782BB7818BD}" type="sibTrans" cxnId="{3DE9FC95-C2D1-4069-8A72-8DAFDCC27614}">
      <dgm:prSet/>
      <dgm:spPr/>
      <dgm:t>
        <a:bodyPr/>
        <a:lstStyle/>
        <a:p>
          <a:endParaRPr lang="en-US"/>
        </a:p>
      </dgm:t>
    </dgm:pt>
    <dgm:pt modelId="{484C5D32-2717-4AC8-9A62-338886BC7A07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Global self-attention from layer 1 </a:t>
          </a:r>
        </a:p>
      </dgm:t>
    </dgm:pt>
    <dgm:pt modelId="{0E50D874-F5C3-40A8-87B1-726E2D7E2F6A}" type="parTrans" cxnId="{B4918571-E77D-4535-940E-4445A77043E1}">
      <dgm:prSet/>
      <dgm:spPr/>
      <dgm:t>
        <a:bodyPr/>
        <a:lstStyle/>
        <a:p>
          <a:endParaRPr lang="en-US"/>
        </a:p>
      </dgm:t>
    </dgm:pt>
    <dgm:pt modelId="{168B310D-1AEA-4BF2-913E-C269D9B3C0AB}" type="sibTrans" cxnId="{B4918571-E77D-4535-940E-4445A77043E1}">
      <dgm:prSet/>
      <dgm:spPr/>
      <dgm:t>
        <a:bodyPr/>
        <a:lstStyle/>
        <a:p>
          <a:endParaRPr lang="en-US"/>
        </a:p>
      </dgm:t>
    </dgm:pt>
    <dgm:pt modelId="{71DAC7BD-D761-4836-A56A-E38179CBFDCD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Strong performance</a:t>
          </a:r>
        </a:p>
      </dgm:t>
    </dgm:pt>
    <dgm:pt modelId="{A42396DA-90A8-4093-AD5B-ECF98DC33C40}" type="parTrans" cxnId="{6B936647-A9E8-4A03-A996-8612E8EA80BF}">
      <dgm:prSet/>
      <dgm:spPr/>
      <dgm:t>
        <a:bodyPr/>
        <a:lstStyle/>
        <a:p>
          <a:endParaRPr lang="en-US"/>
        </a:p>
      </dgm:t>
    </dgm:pt>
    <dgm:pt modelId="{D149D9F8-01DB-415A-9545-F6A47AD4026B}" type="sibTrans" cxnId="{6B936647-A9E8-4A03-A996-8612E8EA80BF}">
      <dgm:prSet/>
      <dgm:spPr/>
      <dgm:t>
        <a:bodyPr/>
        <a:lstStyle/>
        <a:p>
          <a:endParaRPr lang="en-US"/>
        </a:p>
      </dgm:t>
    </dgm:pt>
    <dgm:pt modelId="{5BD5077F-BEAF-47BC-A259-4647C8294168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O(N²) complexity</a:t>
          </a:r>
        </a:p>
      </dgm:t>
    </dgm:pt>
    <dgm:pt modelId="{2F5BA732-CAF5-4548-8B42-54512FD00E64}" type="parTrans" cxnId="{639ADFB2-142D-432C-9AB7-055E455385D1}">
      <dgm:prSet/>
      <dgm:spPr/>
      <dgm:t>
        <a:bodyPr/>
        <a:lstStyle/>
        <a:p>
          <a:endParaRPr lang="en-US"/>
        </a:p>
      </dgm:t>
    </dgm:pt>
    <dgm:pt modelId="{A8BAC90F-8828-4C09-B31C-40E47BBB360F}" type="sibTrans" cxnId="{639ADFB2-142D-432C-9AB7-055E455385D1}">
      <dgm:prSet/>
      <dgm:spPr/>
      <dgm:t>
        <a:bodyPr/>
        <a:lstStyle/>
        <a:p>
          <a:endParaRPr lang="en-US"/>
        </a:p>
      </dgm:t>
    </dgm:pt>
    <dgm:pt modelId="{4E2E95C4-5022-4D31-ADE2-B1151E207BC9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Prohibitive for high-res</a:t>
          </a:r>
        </a:p>
      </dgm:t>
    </dgm:pt>
    <dgm:pt modelId="{36D80802-110D-4326-9081-2C1C7C1D7821}" type="parTrans" cxnId="{3F76E138-1776-4108-8190-FE45E7D8BD80}">
      <dgm:prSet/>
      <dgm:spPr/>
      <dgm:t>
        <a:bodyPr/>
        <a:lstStyle/>
        <a:p>
          <a:endParaRPr lang="en-US"/>
        </a:p>
      </dgm:t>
    </dgm:pt>
    <dgm:pt modelId="{6DF2312E-2ACF-4978-982C-6C3A722DA9B2}" type="sibTrans" cxnId="{3F76E138-1776-4108-8190-FE45E7D8BD80}">
      <dgm:prSet/>
      <dgm:spPr/>
      <dgm:t>
        <a:bodyPr/>
        <a:lstStyle/>
        <a:p>
          <a:endParaRPr lang="en-US"/>
        </a:p>
      </dgm:t>
    </dgm:pt>
    <dgm:pt modelId="{FB4C139E-4BD8-45C9-AABE-72521E3A0697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Key limitation: </a:t>
          </a:r>
        </a:p>
      </dgm:t>
    </dgm:pt>
    <dgm:pt modelId="{39A30C7F-A389-4851-B41E-EEBD06EADF5F}" type="parTrans" cxnId="{DE5E1BA7-4F98-4AC3-AB65-D776C4057C5C}">
      <dgm:prSet/>
      <dgm:spPr/>
      <dgm:t>
        <a:bodyPr/>
        <a:lstStyle/>
        <a:p>
          <a:endParaRPr lang="en-US"/>
        </a:p>
      </dgm:t>
    </dgm:pt>
    <dgm:pt modelId="{9E03FED3-95BE-45E4-A494-B1D44110E5DB}" type="sibTrans" cxnId="{DE5E1BA7-4F98-4AC3-AB65-D776C4057C5C}">
      <dgm:prSet/>
      <dgm:spPr/>
      <dgm:t>
        <a:bodyPr/>
        <a:lstStyle/>
        <a:p>
          <a:endParaRPr lang="en-US"/>
        </a:p>
      </dgm:t>
    </dgm:pt>
    <dgm:pt modelId="{55C486E9-F0D4-4468-8F35-F0D9B00D160A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Pure global attention is expensive</a:t>
          </a:r>
        </a:p>
      </dgm:t>
    </dgm:pt>
    <dgm:pt modelId="{57D92127-0172-4067-8888-D8AF0673355C}" type="parTrans" cxnId="{71C0FAD2-5957-4C2E-B095-E17FCC58E089}">
      <dgm:prSet/>
      <dgm:spPr/>
      <dgm:t>
        <a:bodyPr/>
        <a:lstStyle/>
        <a:p>
          <a:endParaRPr lang="en-US"/>
        </a:p>
      </dgm:t>
    </dgm:pt>
    <dgm:pt modelId="{24AECE49-7F0C-4A9E-8588-41299A5AFD83}" type="sibTrans" cxnId="{71C0FAD2-5957-4C2E-B095-E17FCC58E089}">
      <dgm:prSet/>
      <dgm:spPr/>
      <dgm:t>
        <a:bodyPr/>
        <a:lstStyle/>
        <a:p>
          <a:endParaRPr lang="en-US"/>
        </a:p>
      </dgm:t>
    </dgm:pt>
    <dgm:pt modelId="{90B704E0-2BA8-47E1-9A28-CDD4A6BD031A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Pure local convs miss distant dependencies</a:t>
          </a:r>
        </a:p>
      </dgm:t>
    </dgm:pt>
    <dgm:pt modelId="{2B1CB360-F9E3-486B-AB1F-C43A08FDB717}" type="parTrans" cxnId="{E5D37C7C-F8BF-41FE-84B7-F8F3EF207B5D}">
      <dgm:prSet/>
      <dgm:spPr/>
      <dgm:t>
        <a:bodyPr/>
        <a:lstStyle/>
        <a:p>
          <a:endParaRPr lang="en-US"/>
        </a:p>
      </dgm:t>
    </dgm:pt>
    <dgm:pt modelId="{C56E8C16-2C5F-42E9-BB71-D1C55CA18125}" type="sibTrans" cxnId="{E5D37C7C-F8BF-41FE-84B7-F8F3EF207B5D}">
      <dgm:prSet/>
      <dgm:spPr/>
      <dgm:t>
        <a:bodyPr/>
        <a:lstStyle/>
        <a:p>
          <a:endParaRPr lang="en-US"/>
        </a:p>
      </dgm:t>
    </dgm:pt>
    <dgm:pt modelId="{A413A548-84E1-4405-A2FD-0FD42B091168}" type="pres">
      <dgm:prSet presAssocID="{CA479888-9F8A-479B-907C-666BE270638F}" presName="linear" presStyleCnt="0">
        <dgm:presLayoutVars>
          <dgm:dir/>
          <dgm:animLvl val="lvl"/>
          <dgm:resizeHandles val="exact"/>
        </dgm:presLayoutVars>
      </dgm:prSet>
      <dgm:spPr/>
    </dgm:pt>
    <dgm:pt modelId="{AA573BDA-68B9-4DF1-9CF5-EDD1FB68200A}" type="pres">
      <dgm:prSet presAssocID="{E66FDB03-1C2D-4AC7-919D-0E776154615F}" presName="parentLin" presStyleCnt="0"/>
      <dgm:spPr/>
    </dgm:pt>
    <dgm:pt modelId="{2E87B2FE-D010-4841-97D7-3C2B6C9D0F03}" type="pres">
      <dgm:prSet presAssocID="{E66FDB03-1C2D-4AC7-919D-0E776154615F}" presName="parentLeftMargin" presStyleLbl="node1" presStyleIdx="0" presStyleCnt="3"/>
      <dgm:spPr/>
    </dgm:pt>
    <dgm:pt modelId="{1B9B9C32-2B51-44D6-8562-181230475481}" type="pres">
      <dgm:prSet presAssocID="{E66FDB03-1C2D-4AC7-919D-0E77615461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A95730-F2F0-48D1-9DEB-32317956F9FA}" type="pres">
      <dgm:prSet presAssocID="{E66FDB03-1C2D-4AC7-919D-0E776154615F}" presName="negativeSpace" presStyleCnt="0"/>
      <dgm:spPr/>
    </dgm:pt>
    <dgm:pt modelId="{C04D9836-B13B-4FA2-B5AF-D4BC48AF6C9F}" type="pres">
      <dgm:prSet presAssocID="{E66FDB03-1C2D-4AC7-919D-0E776154615F}" presName="childText" presStyleLbl="conFgAcc1" presStyleIdx="0" presStyleCnt="3">
        <dgm:presLayoutVars>
          <dgm:bulletEnabled val="1"/>
        </dgm:presLayoutVars>
      </dgm:prSet>
      <dgm:spPr/>
    </dgm:pt>
    <dgm:pt modelId="{AD3E12E9-E4CA-4B55-946E-E4E7A67652A7}" type="pres">
      <dgm:prSet presAssocID="{98454555-CBC2-44C1-80D2-1A7B74AB299D}" presName="spaceBetweenRectangles" presStyleCnt="0"/>
      <dgm:spPr/>
    </dgm:pt>
    <dgm:pt modelId="{A4A761DB-7A5D-4BC1-BA25-5BF753BC1209}" type="pres">
      <dgm:prSet presAssocID="{D79C0D68-207D-47CC-84A5-DB3DD4317F2F}" presName="parentLin" presStyleCnt="0"/>
      <dgm:spPr/>
    </dgm:pt>
    <dgm:pt modelId="{7EA6C094-B173-4A31-A4DE-6EDE5A9B5C94}" type="pres">
      <dgm:prSet presAssocID="{D79C0D68-207D-47CC-84A5-DB3DD4317F2F}" presName="parentLeftMargin" presStyleLbl="node1" presStyleIdx="0" presStyleCnt="3"/>
      <dgm:spPr/>
    </dgm:pt>
    <dgm:pt modelId="{CDC167B8-2D31-4C33-AAFE-E595A95E0F71}" type="pres">
      <dgm:prSet presAssocID="{D79C0D68-207D-47CC-84A5-DB3DD4317F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535BAD-5C39-4F3D-A591-3E6885C3098B}" type="pres">
      <dgm:prSet presAssocID="{D79C0D68-207D-47CC-84A5-DB3DD4317F2F}" presName="negativeSpace" presStyleCnt="0"/>
      <dgm:spPr/>
    </dgm:pt>
    <dgm:pt modelId="{4EBCBA5B-3223-4180-BF6C-5E1A39D225CA}" type="pres">
      <dgm:prSet presAssocID="{D79C0D68-207D-47CC-84A5-DB3DD4317F2F}" presName="childText" presStyleLbl="conFgAcc1" presStyleIdx="1" presStyleCnt="3">
        <dgm:presLayoutVars>
          <dgm:bulletEnabled val="1"/>
        </dgm:presLayoutVars>
      </dgm:prSet>
      <dgm:spPr/>
    </dgm:pt>
    <dgm:pt modelId="{56DEFFDA-FB7F-4065-9B9A-1C1F64EB12EB}" type="pres">
      <dgm:prSet presAssocID="{02469F55-B16D-4480-8AE0-0782BB7818BD}" presName="spaceBetweenRectangles" presStyleCnt="0"/>
      <dgm:spPr/>
    </dgm:pt>
    <dgm:pt modelId="{2E727557-77B6-40C2-8498-E1933323B2CD}" type="pres">
      <dgm:prSet presAssocID="{FB4C139E-4BD8-45C9-AABE-72521E3A0697}" presName="parentLin" presStyleCnt="0"/>
      <dgm:spPr/>
    </dgm:pt>
    <dgm:pt modelId="{43D8FC4B-97F0-4F33-B25E-96D4C810CEC0}" type="pres">
      <dgm:prSet presAssocID="{FB4C139E-4BD8-45C9-AABE-72521E3A0697}" presName="parentLeftMargin" presStyleLbl="node1" presStyleIdx="1" presStyleCnt="3"/>
      <dgm:spPr/>
    </dgm:pt>
    <dgm:pt modelId="{FCE1098F-E0AA-419C-8165-9CF2920A98E1}" type="pres">
      <dgm:prSet presAssocID="{FB4C139E-4BD8-45C9-AABE-72521E3A06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1F9586-134D-4B1E-AC44-FDFE615815FF}" type="pres">
      <dgm:prSet presAssocID="{FB4C139E-4BD8-45C9-AABE-72521E3A0697}" presName="negativeSpace" presStyleCnt="0"/>
      <dgm:spPr/>
    </dgm:pt>
    <dgm:pt modelId="{E2D77F12-EFCF-4AF7-80F2-52F6FCEA0B7E}" type="pres">
      <dgm:prSet presAssocID="{FB4C139E-4BD8-45C9-AABE-72521E3A069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26A781B-ADBF-4841-A8B6-40C99A579A72}" srcId="{CA479888-9F8A-479B-907C-666BE270638F}" destId="{E66FDB03-1C2D-4AC7-919D-0E776154615F}" srcOrd="0" destOrd="0" parTransId="{5E7FF56C-6398-41DA-9BEA-269180D61960}" sibTransId="{98454555-CBC2-44C1-80D2-1A7B74AB299D}"/>
    <dgm:cxn modelId="{851DE01C-A6BB-482F-8856-9ACDD02679A3}" type="presOf" srcId="{FB4C139E-4BD8-45C9-AABE-72521E3A0697}" destId="{FCE1098F-E0AA-419C-8165-9CF2920A98E1}" srcOrd="1" destOrd="0" presId="urn:microsoft.com/office/officeart/2005/8/layout/list1"/>
    <dgm:cxn modelId="{CB926D24-1B19-4743-A185-CAA5DAA292F0}" type="presOf" srcId="{484C5D32-2717-4AC8-9A62-338886BC7A07}" destId="{4EBCBA5B-3223-4180-BF6C-5E1A39D225CA}" srcOrd="0" destOrd="0" presId="urn:microsoft.com/office/officeart/2005/8/layout/list1"/>
    <dgm:cxn modelId="{64EA8E2F-417C-4B1A-BF3D-EA6F66C6AAB8}" srcId="{E66FDB03-1C2D-4AC7-919D-0E776154615F}" destId="{0102A1B4-2D97-42ED-8C71-4E37952CF765}" srcOrd="0" destOrd="0" parTransId="{408E7F72-7C85-4636-A332-C03682969B24}" sibTransId="{EB7ECBB7-9E9E-4C95-B5DA-3FB8888B14F4}"/>
    <dgm:cxn modelId="{3F76E138-1776-4108-8190-FE45E7D8BD80}" srcId="{D79C0D68-207D-47CC-84A5-DB3DD4317F2F}" destId="{4E2E95C4-5022-4D31-ADE2-B1151E207BC9}" srcOrd="3" destOrd="0" parTransId="{36D80802-110D-4326-9081-2C1C7C1D7821}" sibTransId="{6DF2312E-2ACF-4978-982C-6C3A722DA9B2}"/>
    <dgm:cxn modelId="{9375CC3D-DC3B-4337-9F86-2DFB751A6613}" type="presOf" srcId="{E66FDB03-1C2D-4AC7-919D-0E776154615F}" destId="{2E87B2FE-D010-4841-97D7-3C2B6C9D0F03}" srcOrd="0" destOrd="0" presId="urn:microsoft.com/office/officeart/2005/8/layout/list1"/>
    <dgm:cxn modelId="{11EB763F-DA61-4AAB-B3B6-A604BC5F551F}" type="presOf" srcId="{90B704E0-2BA8-47E1-9A28-CDD4A6BD031A}" destId="{E2D77F12-EFCF-4AF7-80F2-52F6FCEA0B7E}" srcOrd="0" destOrd="1" presId="urn:microsoft.com/office/officeart/2005/8/layout/list1"/>
    <dgm:cxn modelId="{CB04705E-9E3D-439C-BA20-9D3E13570426}" type="presOf" srcId="{5BD5077F-BEAF-47BC-A259-4647C8294168}" destId="{4EBCBA5B-3223-4180-BF6C-5E1A39D225CA}" srcOrd="0" destOrd="2" presId="urn:microsoft.com/office/officeart/2005/8/layout/list1"/>
    <dgm:cxn modelId="{6B936647-A9E8-4A03-A996-8612E8EA80BF}" srcId="{D79C0D68-207D-47CC-84A5-DB3DD4317F2F}" destId="{71DAC7BD-D761-4836-A56A-E38179CBFDCD}" srcOrd="1" destOrd="0" parTransId="{A42396DA-90A8-4093-AD5B-ECF98DC33C40}" sibTransId="{D149D9F8-01DB-415A-9545-F6A47AD4026B}"/>
    <dgm:cxn modelId="{261A7A49-E107-4795-B935-DCCBE159DBF7}" type="presOf" srcId="{FB4C139E-4BD8-45C9-AABE-72521E3A0697}" destId="{43D8FC4B-97F0-4F33-B25E-96D4C810CEC0}" srcOrd="0" destOrd="0" presId="urn:microsoft.com/office/officeart/2005/8/layout/list1"/>
    <dgm:cxn modelId="{D348C84B-2F72-4E32-A63E-3643E0DA59AE}" srcId="{E66FDB03-1C2D-4AC7-919D-0E776154615F}" destId="{6778AF9C-161A-47D6-9610-C86F32B65827}" srcOrd="1" destOrd="0" parTransId="{3C1D9CE9-FA9A-4648-9816-6A0099D5E51E}" sibTransId="{0EF8FBA9-6375-4E06-8C7B-F3AEB8A2AB8E}"/>
    <dgm:cxn modelId="{C6F4474E-373B-4970-BE0A-75083BEE46EE}" type="presOf" srcId="{D79C0D68-207D-47CC-84A5-DB3DD4317F2F}" destId="{7EA6C094-B173-4A31-A4DE-6EDE5A9B5C94}" srcOrd="0" destOrd="0" presId="urn:microsoft.com/office/officeart/2005/8/layout/list1"/>
    <dgm:cxn modelId="{B4918571-E77D-4535-940E-4445A77043E1}" srcId="{D79C0D68-207D-47CC-84A5-DB3DD4317F2F}" destId="{484C5D32-2717-4AC8-9A62-338886BC7A07}" srcOrd="0" destOrd="0" parTransId="{0E50D874-F5C3-40A8-87B1-726E2D7E2F6A}" sibTransId="{168B310D-1AEA-4BF2-913E-C269D9B3C0AB}"/>
    <dgm:cxn modelId="{82C31552-1703-42C9-8AD9-EBE76BCD337E}" type="presOf" srcId="{D79C0D68-207D-47CC-84A5-DB3DD4317F2F}" destId="{CDC167B8-2D31-4C33-AAFE-E595A95E0F71}" srcOrd="1" destOrd="0" presId="urn:microsoft.com/office/officeart/2005/8/layout/list1"/>
    <dgm:cxn modelId="{488A777B-7BFF-4345-84E1-6661F543EFA6}" type="presOf" srcId="{E17F8939-FAD2-449F-B713-9A3CD880C842}" destId="{C04D9836-B13B-4FA2-B5AF-D4BC48AF6C9F}" srcOrd="0" destOrd="2" presId="urn:microsoft.com/office/officeart/2005/8/layout/list1"/>
    <dgm:cxn modelId="{E5D37C7C-F8BF-41FE-84B7-F8F3EF207B5D}" srcId="{FB4C139E-4BD8-45C9-AABE-72521E3A0697}" destId="{90B704E0-2BA8-47E1-9A28-CDD4A6BD031A}" srcOrd="1" destOrd="0" parTransId="{2B1CB360-F9E3-486B-AB1F-C43A08FDB717}" sibTransId="{C56E8C16-2C5F-42E9-BB71-D1C55CA18125}"/>
    <dgm:cxn modelId="{3DE9FC95-C2D1-4069-8A72-8DAFDCC27614}" srcId="{CA479888-9F8A-479B-907C-666BE270638F}" destId="{D79C0D68-207D-47CC-84A5-DB3DD4317F2F}" srcOrd="1" destOrd="0" parTransId="{0F6FA25E-B012-4846-A372-4543E043DFE2}" sibTransId="{02469F55-B16D-4480-8AE0-0782BB7818BD}"/>
    <dgm:cxn modelId="{986F0DA7-F488-4124-AB14-8122CFF9D443}" type="presOf" srcId="{E66FDB03-1C2D-4AC7-919D-0E776154615F}" destId="{1B9B9C32-2B51-44D6-8562-181230475481}" srcOrd="1" destOrd="0" presId="urn:microsoft.com/office/officeart/2005/8/layout/list1"/>
    <dgm:cxn modelId="{DE5E1BA7-4F98-4AC3-AB65-D776C4057C5C}" srcId="{CA479888-9F8A-479B-907C-666BE270638F}" destId="{FB4C139E-4BD8-45C9-AABE-72521E3A0697}" srcOrd="2" destOrd="0" parTransId="{39A30C7F-A389-4851-B41E-EEBD06EADF5F}" sibTransId="{9E03FED3-95BE-45E4-A494-B1D44110E5DB}"/>
    <dgm:cxn modelId="{54C346AE-6DF0-4B1A-A233-C9C5F02E30F4}" type="presOf" srcId="{6778AF9C-161A-47D6-9610-C86F32B65827}" destId="{C04D9836-B13B-4FA2-B5AF-D4BC48AF6C9F}" srcOrd="0" destOrd="1" presId="urn:microsoft.com/office/officeart/2005/8/layout/list1"/>
    <dgm:cxn modelId="{639ADFB2-142D-432C-9AB7-055E455385D1}" srcId="{D79C0D68-207D-47CC-84A5-DB3DD4317F2F}" destId="{5BD5077F-BEAF-47BC-A259-4647C8294168}" srcOrd="2" destOrd="0" parTransId="{2F5BA732-CAF5-4548-8B42-54512FD00E64}" sibTransId="{A8BAC90F-8828-4C09-B31C-40E47BBB360F}"/>
    <dgm:cxn modelId="{67B2FAC6-07B9-47B8-B8CE-28281061DCEE}" type="presOf" srcId="{4E2E95C4-5022-4D31-ADE2-B1151E207BC9}" destId="{4EBCBA5B-3223-4180-BF6C-5E1A39D225CA}" srcOrd="0" destOrd="3" presId="urn:microsoft.com/office/officeart/2005/8/layout/list1"/>
    <dgm:cxn modelId="{71C0FAD2-5957-4C2E-B095-E17FCC58E089}" srcId="{FB4C139E-4BD8-45C9-AABE-72521E3A0697}" destId="{55C486E9-F0D4-4468-8F35-F0D9B00D160A}" srcOrd="0" destOrd="0" parTransId="{57D92127-0172-4067-8888-D8AF0673355C}" sibTransId="{24AECE49-7F0C-4A9E-8588-41299A5AFD83}"/>
    <dgm:cxn modelId="{2B35C6D6-8F94-4CD0-85C7-5C1265A29887}" type="presOf" srcId="{0102A1B4-2D97-42ED-8C71-4E37952CF765}" destId="{C04D9836-B13B-4FA2-B5AF-D4BC48AF6C9F}" srcOrd="0" destOrd="0" presId="urn:microsoft.com/office/officeart/2005/8/layout/list1"/>
    <dgm:cxn modelId="{8B1AE2D8-9585-477B-AFDF-0FBA70FDE2D4}" srcId="{E66FDB03-1C2D-4AC7-919D-0E776154615F}" destId="{E17F8939-FAD2-449F-B713-9A3CD880C842}" srcOrd="2" destOrd="0" parTransId="{D1CFB097-B227-467A-9AF3-53D60EA1A877}" sibTransId="{DBD9B9AA-ACBA-410C-94E5-818E970A22E1}"/>
    <dgm:cxn modelId="{51C206E2-1A13-462D-B3CA-50C3D79A9AF1}" type="presOf" srcId="{71DAC7BD-D761-4836-A56A-E38179CBFDCD}" destId="{4EBCBA5B-3223-4180-BF6C-5E1A39D225CA}" srcOrd="0" destOrd="1" presId="urn:microsoft.com/office/officeart/2005/8/layout/list1"/>
    <dgm:cxn modelId="{31DD5BF2-C9E4-4098-AF30-97FBCC3A8559}" type="presOf" srcId="{55C486E9-F0D4-4468-8F35-F0D9B00D160A}" destId="{E2D77F12-EFCF-4AF7-80F2-52F6FCEA0B7E}" srcOrd="0" destOrd="0" presId="urn:microsoft.com/office/officeart/2005/8/layout/list1"/>
    <dgm:cxn modelId="{D1B9B7F2-332D-4E5A-B225-9534FCE23AD0}" type="presOf" srcId="{CA479888-9F8A-479B-907C-666BE270638F}" destId="{A413A548-84E1-4405-A2FD-0FD42B091168}" srcOrd="0" destOrd="0" presId="urn:microsoft.com/office/officeart/2005/8/layout/list1"/>
    <dgm:cxn modelId="{64EBADF8-2581-480E-8EE6-C5239282096A}" type="presParOf" srcId="{A413A548-84E1-4405-A2FD-0FD42B091168}" destId="{AA573BDA-68B9-4DF1-9CF5-EDD1FB68200A}" srcOrd="0" destOrd="0" presId="urn:microsoft.com/office/officeart/2005/8/layout/list1"/>
    <dgm:cxn modelId="{DBD49207-2532-4D44-83D5-D0F113EEE498}" type="presParOf" srcId="{AA573BDA-68B9-4DF1-9CF5-EDD1FB68200A}" destId="{2E87B2FE-D010-4841-97D7-3C2B6C9D0F03}" srcOrd="0" destOrd="0" presId="urn:microsoft.com/office/officeart/2005/8/layout/list1"/>
    <dgm:cxn modelId="{6DE8F89A-DE31-46FC-9336-134441457135}" type="presParOf" srcId="{AA573BDA-68B9-4DF1-9CF5-EDD1FB68200A}" destId="{1B9B9C32-2B51-44D6-8562-181230475481}" srcOrd="1" destOrd="0" presId="urn:microsoft.com/office/officeart/2005/8/layout/list1"/>
    <dgm:cxn modelId="{E896B60E-E7C1-49BD-9E0F-43C2A493EE43}" type="presParOf" srcId="{A413A548-84E1-4405-A2FD-0FD42B091168}" destId="{6DA95730-F2F0-48D1-9DEB-32317956F9FA}" srcOrd="1" destOrd="0" presId="urn:microsoft.com/office/officeart/2005/8/layout/list1"/>
    <dgm:cxn modelId="{7459E6BE-CE64-4D04-AC9F-D12D6273B95F}" type="presParOf" srcId="{A413A548-84E1-4405-A2FD-0FD42B091168}" destId="{C04D9836-B13B-4FA2-B5AF-D4BC48AF6C9F}" srcOrd="2" destOrd="0" presId="urn:microsoft.com/office/officeart/2005/8/layout/list1"/>
    <dgm:cxn modelId="{40AE734F-5B81-46C4-8B78-3372BC94AF21}" type="presParOf" srcId="{A413A548-84E1-4405-A2FD-0FD42B091168}" destId="{AD3E12E9-E4CA-4B55-946E-E4E7A67652A7}" srcOrd="3" destOrd="0" presId="urn:microsoft.com/office/officeart/2005/8/layout/list1"/>
    <dgm:cxn modelId="{826236D2-C079-4ADC-A1AC-0EF46F0B77D9}" type="presParOf" srcId="{A413A548-84E1-4405-A2FD-0FD42B091168}" destId="{A4A761DB-7A5D-4BC1-BA25-5BF753BC1209}" srcOrd="4" destOrd="0" presId="urn:microsoft.com/office/officeart/2005/8/layout/list1"/>
    <dgm:cxn modelId="{E32F1328-C77F-419F-B2E0-0BA31D851472}" type="presParOf" srcId="{A4A761DB-7A5D-4BC1-BA25-5BF753BC1209}" destId="{7EA6C094-B173-4A31-A4DE-6EDE5A9B5C94}" srcOrd="0" destOrd="0" presId="urn:microsoft.com/office/officeart/2005/8/layout/list1"/>
    <dgm:cxn modelId="{70F6175B-5631-4A4E-BF52-034CEC7C9C11}" type="presParOf" srcId="{A4A761DB-7A5D-4BC1-BA25-5BF753BC1209}" destId="{CDC167B8-2D31-4C33-AAFE-E595A95E0F71}" srcOrd="1" destOrd="0" presId="urn:microsoft.com/office/officeart/2005/8/layout/list1"/>
    <dgm:cxn modelId="{89BC57F0-3A3B-4001-A053-88681300FB43}" type="presParOf" srcId="{A413A548-84E1-4405-A2FD-0FD42B091168}" destId="{4B535BAD-5C39-4F3D-A591-3E6885C3098B}" srcOrd="5" destOrd="0" presId="urn:microsoft.com/office/officeart/2005/8/layout/list1"/>
    <dgm:cxn modelId="{9B43B805-2F47-4C0E-AEA8-FAB1918ECD78}" type="presParOf" srcId="{A413A548-84E1-4405-A2FD-0FD42B091168}" destId="{4EBCBA5B-3223-4180-BF6C-5E1A39D225CA}" srcOrd="6" destOrd="0" presId="urn:microsoft.com/office/officeart/2005/8/layout/list1"/>
    <dgm:cxn modelId="{44087373-E862-4B2F-855F-3103999639A6}" type="presParOf" srcId="{A413A548-84E1-4405-A2FD-0FD42B091168}" destId="{56DEFFDA-FB7F-4065-9B9A-1C1F64EB12EB}" srcOrd="7" destOrd="0" presId="urn:microsoft.com/office/officeart/2005/8/layout/list1"/>
    <dgm:cxn modelId="{FC536F61-9963-440F-8E53-9FB4B2D84A59}" type="presParOf" srcId="{A413A548-84E1-4405-A2FD-0FD42B091168}" destId="{2E727557-77B6-40C2-8498-E1933323B2CD}" srcOrd="8" destOrd="0" presId="urn:microsoft.com/office/officeart/2005/8/layout/list1"/>
    <dgm:cxn modelId="{701FA936-B3A5-423D-B9E2-12CA80E6861A}" type="presParOf" srcId="{2E727557-77B6-40C2-8498-E1933323B2CD}" destId="{43D8FC4B-97F0-4F33-B25E-96D4C810CEC0}" srcOrd="0" destOrd="0" presId="urn:microsoft.com/office/officeart/2005/8/layout/list1"/>
    <dgm:cxn modelId="{B74D79C4-8A69-4C56-9A40-81BEEEFAB9BD}" type="presParOf" srcId="{2E727557-77B6-40C2-8498-E1933323B2CD}" destId="{FCE1098F-E0AA-419C-8165-9CF2920A98E1}" srcOrd="1" destOrd="0" presId="urn:microsoft.com/office/officeart/2005/8/layout/list1"/>
    <dgm:cxn modelId="{354B756A-5942-450C-B141-8ACBCFC7612F}" type="presParOf" srcId="{A413A548-84E1-4405-A2FD-0FD42B091168}" destId="{F61F9586-134D-4B1E-AC44-FDFE615815FF}" srcOrd="9" destOrd="0" presId="urn:microsoft.com/office/officeart/2005/8/layout/list1"/>
    <dgm:cxn modelId="{BF36A70B-4E62-405B-BB6F-4D1A426E7B9D}" type="presParOf" srcId="{A413A548-84E1-4405-A2FD-0FD42B091168}" destId="{E2D77F12-EFCF-4AF7-80F2-52F6FCEA0B7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479888-9F8A-479B-907C-666BE270638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6FDB03-1C2D-4AC7-919D-0E776154615F}">
      <dgm:prSet/>
      <dgm:spPr/>
      <dgm:t>
        <a:bodyPr/>
        <a:lstStyle/>
        <a:p>
          <a:r>
            <a:rPr lang="en-US"/>
            <a:t>CNN Era (ResNet, EfficientNet): </a:t>
          </a:r>
        </a:p>
      </dgm:t>
    </dgm:pt>
    <dgm:pt modelId="{5E7FF56C-6398-41DA-9BEA-269180D61960}" type="parTrans" cxnId="{426A781B-ADBF-4841-A8B6-40C99A579A72}">
      <dgm:prSet/>
      <dgm:spPr/>
      <dgm:t>
        <a:bodyPr/>
        <a:lstStyle/>
        <a:p>
          <a:endParaRPr lang="en-US"/>
        </a:p>
      </dgm:t>
    </dgm:pt>
    <dgm:pt modelId="{98454555-CBC2-44C1-80D2-1A7B74AB299D}" type="sibTrans" cxnId="{426A781B-ADBF-4841-A8B6-40C99A579A72}">
      <dgm:prSet/>
      <dgm:spPr/>
      <dgm:t>
        <a:bodyPr/>
        <a:lstStyle/>
        <a:p>
          <a:endParaRPr lang="en-US"/>
        </a:p>
      </dgm:t>
    </dgm:pt>
    <dgm:pt modelId="{0102A1B4-2D97-42ED-8C71-4E37952CF765}">
      <dgm:prSet/>
      <dgm:spPr/>
      <dgm:t>
        <a:bodyPr/>
        <a:lstStyle/>
        <a:p>
          <a:r>
            <a:rPr lang="en-US"/>
            <a:t>Local inductive biases  </a:t>
          </a:r>
        </a:p>
      </dgm:t>
    </dgm:pt>
    <dgm:pt modelId="{408E7F72-7C85-4636-A332-C03682969B24}" type="parTrans" cxnId="{64EA8E2F-417C-4B1A-BF3D-EA6F66C6AAB8}">
      <dgm:prSet/>
      <dgm:spPr/>
      <dgm:t>
        <a:bodyPr/>
        <a:lstStyle/>
        <a:p>
          <a:endParaRPr lang="en-US"/>
        </a:p>
      </dgm:t>
    </dgm:pt>
    <dgm:pt modelId="{EB7ECBB7-9E9E-4C95-B5DA-3FB8888B14F4}" type="sibTrans" cxnId="{64EA8E2F-417C-4B1A-BF3D-EA6F66C6AAB8}">
      <dgm:prSet/>
      <dgm:spPr/>
      <dgm:t>
        <a:bodyPr/>
        <a:lstStyle/>
        <a:p>
          <a:endParaRPr lang="en-US"/>
        </a:p>
      </dgm:t>
    </dgm:pt>
    <dgm:pt modelId="{6778AF9C-161A-47D6-9610-C86F32B65827}">
      <dgm:prSet/>
      <dgm:spPr/>
      <dgm:t>
        <a:bodyPr/>
        <a:lstStyle/>
        <a:p>
          <a:r>
            <a:rPr lang="en-US"/>
            <a:t>hierarchical features</a:t>
          </a:r>
        </a:p>
      </dgm:t>
    </dgm:pt>
    <dgm:pt modelId="{3C1D9CE9-FA9A-4648-9816-6A0099D5E51E}" type="parTrans" cxnId="{D348C84B-2F72-4E32-A63E-3643E0DA59AE}">
      <dgm:prSet/>
      <dgm:spPr/>
      <dgm:t>
        <a:bodyPr/>
        <a:lstStyle/>
        <a:p>
          <a:endParaRPr lang="en-US"/>
        </a:p>
      </dgm:t>
    </dgm:pt>
    <dgm:pt modelId="{0EF8FBA9-6375-4E06-8C7B-F3AEB8A2AB8E}" type="sibTrans" cxnId="{D348C84B-2F72-4E32-A63E-3643E0DA59AE}">
      <dgm:prSet/>
      <dgm:spPr/>
      <dgm:t>
        <a:bodyPr/>
        <a:lstStyle/>
        <a:p>
          <a:endParaRPr lang="en-US"/>
        </a:p>
      </dgm:t>
    </dgm:pt>
    <dgm:pt modelId="{E17F8939-FAD2-449F-B713-9A3CD880C842}">
      <dgm:prSet/>
      <dgm:spPr/>
      <dgm:t>
        <a:bodyPr/>
        <a:lstStyle/>
        <a:p>
          <a:r>
            <a:rPr lang="en-US"/>
            <a:t>limited long-range modeling</a:t>
          </a:r>
        </a:p>
      </dgm:t>
    </dgm:pt>
    <dgm:pt modelId="{D1CFB097-B227-467A-9AF3-53D60EA1A877}" type="parTrans" cxnId="{8B1AE2D8-9585-477B-AFDF-0FBA70FDE2D4}">
      <dgm:prSet/>
      <dgm:spPr/>
      <dgm:t>
        <a:bodyPr/>
        <a:lstStyle/>
        <a:p>
          <a:endParaRPr lang="en-US"/>
        </a:p>
      </dgm:t>
    </dgm:pt>
    <dgm:pt modelId="{DBD9B9AA-ACBA-410C-94E5-818E970A22E1}" type="sibTrans" cxnId="{8B1AE2D8-9585-477B-AFDF-0FBA70FDE2D4}">
      <dgm:prSet/>
      <dgm:spPr/>
      <dgm:t>
        <a:bodyPr/>
        <a:lstStyle/>
        <a:p>
          <a:endParaRPr lang="en-US"/>
        </a:p>
      </dgm:t>
    </dgm:pt>
    <dgm:pt modelId="{D79C0D68-207D-47CC-84A5-DB3DD4317F2F}">
      <dgm:prSet/>
      <dgm:spPr/>
      <dgm:t>
        <a:bodyPr/>
        <a:lstStyle/>
        <a:p>
          <a:r>
            <a:rPr lang="en-US"/>
            <a:t>Vision Transformer (ViT): </a:t>
          </a:r>
        </a:p>
      </dgm:t>
    </dgm:pt>
    <dgm:pt modelId="{0F6FA25E-B012-4846-A372-4543E043DFE2}" type="parTrans" cxnId="{3DE9FC95-C2D1-4069-8A72-8DAFDCC27614}">
      <dgm:prSet/>
      <dgm:spPr/>
      <dgm:t>
        <a:bodyPr/>
        <a:lstStyle/>
        <a:p>
          <a:endParaRPr lang="en-US"/>
        </a:p>
      </dgm:t>
    </dgm:pt>
    <dgm:pt modelId="{02469F55-B16D-4480-8AE0-0782BB7818BD}" type="sibTrans" cxnId="{3DE9FC95-C2D1-4069-8A72-8DAFDCC27614}">
      <dgm:prSet/>
      <dgm:spPr/>
      <dgm:t>
        <a:bodyPr/>
        <a:lstStyle/>
        <a:p>
          <a:endParaRPr lang="en-US"/>
        </a:p>
      </dgm:t>
    </dgm:pt>
    <dgm:pt modelId="{484C5D32-2717-4AC8-9A62-338886BC7A07}">
      <dgm:prSet/>
      <dgm:spPr/>
      <dgm:t>
        <a:bodyPr/>
        <a:lstStyle/>
        <a:p>
          <a:r>
            <a:rPr lang="en-US"/>
            <a:t>Global self-attention from layer 1 </a:t>
          </a:r>
        </a:p>
      </dgm:t>
    </dgm:pt>
    <dgm:pt modelId="{0E50D874-F5C3-40A8-87B1-726E2D7E2F6A}" type="parTrans" cxnId="{B4918571-E77D-4535-940E-4445A77043E1}">
      <dgm:prSet/>
      <dgm:spPr/>
      <dgm:t>
        <a:bodyPr/>
        <a:lstStyle/>
        <a:p>
          <a:endParaRPr lang="en-US"/>
        </a:p>
      </dgm:t>
    </dgm:pt>
    <dgm:pt modelId="{168B310D-1AEA-4BF2-913E-C269D9B3C0AB}" type="sibTrans" cxnId="{B4918571-E77D-4535-940E-4445A77043E1}">
      <dgm:prSet/>
      <dgm:spPr/>
      <dgm:t>
        <a:bodyPr/>
        <a:lstStyle/>
        <a:p>
          <a:endParaRPr lang="en-US"/>
        </a:p>
      </dgm:t>
    </dgm:pt>
    <dgm:pt modelId="{71DAC7BD-D761-4836-A56A-E38179CBFDCD}">
      <dgm:prSet/>
      <dgm:spPr/>
      <dgm:t>
        <a:bodyPr/>
        <a:lstStyle/>
        <a:p>
          <a:r>
            <a:rPr lang="en-US"/>
            <a:t>Strong performance</a:t>
          </a:r>
        </a:p>
      </dgm:t>
    </dgm:pt>
    <dgm:pt modelId="{A42396DA-90A8-4093-AD5B-ECF98DC33C40}" type="parTrans" cxnId="{6B936647-A9E8-4A03-A996-8612E8EA80BF}">
      <dgm:prSet/>
      <dgm:spPr/>
      <dgm:t>
        <a:bodyPr/>
        <a:lstStyle/>
        <a:p>
          <a:endParaRPr lang="en-US"/>
        </a:p>
      </dgm:t>
    </dgm:pt>
    <dgm:pt modelId="{D149D9F8-01DB-415A-9545-F6A47AD4026B}" type="sibTrans" cxnId="{6B936647-A9E8-4A03-A996-8612E8EA80BF}">
      <dgm:prSet/>
      <dgm:spPr/>
      <dgm:t>
        <a:bodyPr/>
        <a:lstStyle/>
        <a:p>
          <a:endParaRPr lang="en-US"/>
        </a:p>
      </dgm:t>
    </dgm:pt>
    <dgm:pt modelId="{5BD5077F-BEAF-47BC-A259-4647C8294168}">
      <dgm:prSet/>
      <dgm:spPr/>
      <dgm:t>
        <a:bodyPr/>
        <a:lstStyle/>
        <a:p>
          <a:r>
            <a:rPr lang="en-US"/>
            <a:t>O(N²) complexity</a:t>
          </a:r>
        </a:p>
      </dgm:t>
    </dgm:pt>
    <dgm:pt modelId="{2F5BA732-CAF5-4548-8B42-54512FD00E64}" type="parTrans" cxnId="{639ADFB2-142D-432C-9AB7-055E455385D1}">
      <dgm:prSet/>
      <dgm:spPr/>
      <dgm:t>
        <a:bodyPr/>
        <a:lstStyle/>
        <a:p>
          <a:endParaRPr lang="en-US"/>
        </a:p>
      </dgm:t>
    </dgm:pt>
    <dgm:pt modelId="{A8BAC90F-8828-4C09-B31C-40E47BBB360F}" type="sibTrans" cxnId="{639ADFB2-142D-432C-9AB7-055E455385D1}">
      <dgm:prSet/>
      <dgm:spPr/>
      <dgm:t>
        <a:bodyPr/>
        <a:lstStyle/>
        <a:p>
          <a:endParaRPr lang="en-US"/>
        </a:p>
      </dgm:t>
    </dgm:pt>
    <dgm:pt modelId="{4E2E95C4-5022-4D31-ADE2-B1151E207BC9}">
      <dgm:prSet/>
      <dgm:spPr/>
      <dgm:t>
        <a:bodyPr/>
        <a:lstStyle/>
        <a:p>
          <a:r>
            <a:rPr lang="en-US"/>
            <a:t>Prohibitive for high-res</a:t>
          </a:r>
        </a:p>
      </dgm:t>
    </dgm:pt>
    <dgm:pt modelId="{36D80802-110D-4326-9081-2C1C7C1D7821}" type="parTrans" cxnId="{3F76E138-1776-4108-8190-FE45E7D8BD80}">
      <dgm:prSet/>
      <dgm:spPr/>
      <dgm:t>
        <a:bodyPr/>
        <a:lstStyle/>
        <a:p>
          <a:endParaRPr lang="en-US"/>
        </a:p>
      </dgm:t>
    </dgm:pt>
    <dgm:pt modelId="{6DF2312E-2ACF-4978-982C-6C3A722DA9B2}" type="sibTrans" cxnId="{3F76E138-1776-4108-8190-FE45E7D8BD80}">
      <dgm:prSet/>
      <dgm:spPr/>
      <dgm:t>
        <a:bodyPr/>
        <a:lstStyle/>
        <a:p>
          <a:endParaRPr lang="en-US"/>
        </a:p>
      </dgm:t>
    </dgm:pt>
    <dgm:pt modelId="{FB4C139E-4BD8-45C9-AABE-72521E3A0697}">
      <dgm:prSet/>
      <dgm:spPr>
        <a:noFill/>
        <a:ln>
          <a:noFill/>
        </a:ln>
      </dgm:spPr>
      <dgm:t>
        <a:bodyPr/>
        <a:lstStyle/>
        <a:p>
          <a:r>
            <a:rPr lang="en-US">
              <a:noFill/>
            </a:rPr>
            <a:t>Key limitation: </a:t>
          </a:r>
        </a:p>
      </dgm:t>
    </dgm:pt>
    <dgm:pt modelId="{39A30C7F-A389-4851-B41E-EEBD06EADF5F}" type="parTrans" cxnId="{DE5E1BA7-4F98-4AC3-AB65-D776C4057C5C}">
      <dgm:prSet/>
      <dgm:spPr/>
      <dgm:t>
        <a:bodyPr/>
        <a:lstStyle/>
        <a:p>
          <a:endParaRPr lang="en-US"/>
        </a:p>
      </dgm:t>
    </dgm:pt>
    <dgm:pt modelId="{9E03FED3-95BE-45E4-A494-B1D44110E5DB}" type="sibTrans" cxnId="{DE5E1BA7-4F98-4AC3-AB65-D776C4057C5C}">
      <dgm:prSet/>
      <dgm:spPr/>
      <dgm:t>
        <a:bodyPr/>
        <a:lstStyle/>
        <a:p>
          <a:endParaRPr lang="en-US"/>
        </a:p>
      </dgm:t>
    </dgm:pt>
    <dgm:pt modelId="{55C486E9-F0D4-4468-8F35-F0D9B00D160A}">
      <dgm:prSet/>
      <dgm:spPr>
        <a:ln>
          <a:noFill/>
        </a:ln>
      </dgm:spPr>
      <dgm:t>
        <a:bodyPr/>
        <a:lstStyle/>
        <a:p>
          <a:r>
            <a:rPr lang="en-US">
              <a:noFill/>
            </a:rPr>
            <a:t>Pure global attention is expensive</a:t>
          </a:r>
        </a:p>
      </dgm:t>
    </dgm:pt>
    <dgm:pt modelId="{57D92127-0172-4067-8888-D8AF0673355C}" type="parTrans" cxnId="{71C0FAD2-5957-4C2E-B095-E17FCC58E089}">
      <dgm:prSet/>
      <dgm:spPr/>
      <dgm:t>
        <a:bodyPr/>
        <a:lstStyle/>
        <a:p>
          <a:endParaRPr lang="en-US"/>
        </a:p>
      </dgm:t>
    </dgm:pt>
    <dgm:pt modelId="{24AECE49-7F0C-4A9E-8588-41299A5AFD83}" type="sibTrans" cxnId="{71C0FAD2-5957-4C2E-B095-E17FCC58E089}">
      <dgm:prSet/>
      <dgm:spPr/>
      <dgm:t>
        <a:bodyPr/>
        <a:lstStyle/>
        <a:p>
          <a:endParaRPr lang="en-US"/>
        </a:p>
      </dgm:t>
    </dgm:pt>
    <dgm:pt modelId="{90B704E0-2BA8-47E1-9A28-CDD4A6BD031A}">
      <dgm:prSet/>
      <dgm:spPr>
        <a:ln>
          <a:noFill/>
        </a:ln>
      </dgm:spPr>
      <dgm:t>
        <a:bodyPr/>
        <a:lstStyle/>
        <a:p>
          <a:r>
            <a:rPr lang="en-US">
              <a:noFill/>
            </a:rPr>
            <a:t>Pure local convs miss distant dependencies</a:t>
          </a:r>
        </a:p>
      </dgm:t>
    </dgm:pt>
    <dgm:pt modelId="{2B1CB360-F9E3-486B-AB1F-C43A08FDB717}" type="parTrans" cxnId="{E5D37C7C-F8BF-41FE-84B7-F8F3EF207B5D}">
      <dgm:prSet/>
      <dgm:spPr/>
      <dgm:t>
        <a:bodyPr/>
        <a:lstStyle/>
        <a:p>
          <a:endParaRPr lang="en-US"/>
        </a:p>
      </dgm:t>
    </dgm:pt>
    <dgm:pt modelId="{C56E8C16-2C5F-42E9-BB71-D1C55CA18125}" type="sibTrans" cxnId="{E5D37C7C-F8BF-41FE-84B7-F8F3EF207B5D}">
      <dgm:prSet/>
      <dgm:spPr/>
      <dgm:t>
        <a:bodyPr/>
        <a:lstStyle/>
        <a:p>
          <a:endParaRPr lang="en-US"/>
        </a:p>
      </dgm:t>
    </dgm:pt>
    <dgm:pt modelId="{A413A548-84E1-4405-A2FD-0FD42B091168}" type="pres">
      <dgm:prSet presAssocID="{CA479888-9F8A-479B-907C-666BE270638F}" presName="linear" presStyleCnt="0">
        <dgm:presLayoutVars>
          <dgm:dir/>
          <dgm:animLvl val="lvl"/>
          <dgm:resizeHandles val="exact"/>
        </dgm:presLayoutVars>
      </dgm:prSet>
      <dgm:spPr/>
    </dgm:pt>
    <dgm:pt modelId="{AA573BDA-68B9-4DF1-9CF5-EDD1FB68200A}" type="pres">
      <dgm:prSet presAssocID="{E66FDB03-1C2D-4AC7-919D-0E776154615F}" presName="parentLin" presStyleCnt="0"/>
      <dgm:spPr/>
    </dgm:pt>
    <dgm:pt modelId="{2E87B2FE-D010-4841-97D7-3C2B6C9D0F03}" type="pres">
      <dgm:prSet presAssocID="{E66FDB03-1C2D-4AC7-919D-0E776154615F}" presName="parentLeftMargin" presStyleLbl="node1" presStyleIdx="0" presStyleCnt="3"/>
      <dgm:spPr/>
    </dgm:pt>
    <dgm:pt modelId="{1B9B9C32-2B51-44D6-8562-181230475481}" type="pres">
      <dgm:prSet presAssocID="{E66FDB03-1C2D-4AC7-919D-0E77615461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A95730-F2F0-48D1-9DEB-32317956F9FA}" type="pres">
      <dgm:prSet presAssocID="{E66FDB03-1C2D-4AC7-919D-0E776154615F}" presName="negativeSpace" presStyleCnt="0"/>
      <dgm:spPr/>
    </dgm:pt>
    <dgm:pt modelId="{C04D9836-B13B-4FA2-B5AF-D4BC48AF6C9F}" type="pres">
      <dgm:prSet presAssocID="{E66FDB03-1C2D-4AC7-919D-0E776154615F}" presName="childText" presStyleLbl="conFgAcc1" presStyleIdx="0" presStyleCnt="3">
        <dgm:presLayoutVars>
          <dgm:bulletEnabled val="1"/>
        </dgm:presLayoutVars>
      </dgm:prSet>
      <dgm:spPr/>
    </dgm:pt>
    <dgm:pt modelId="{AD3E12E9-E4CA-4B55-946E-E4E7A67652A7}" type="pres">
      <dgm:prSet presAssocID="{98454555-CBC2-44C1-80D2-1A7B74AB299D}" presName="spaceBetweenRectangles" presStyleCnt="0"/>
      <dgm:spPr/>
    </dgm:pt>
    <dgm:pt modelId="{A4A761DB-7A5D-4BC1-BA25-5BF753BC1209}" type="pres">
      <dgm:prSet presAssocID="{D79C0D68-207D-47CC-84A5-DB3DD4317F2F}" presName="parentLin" presStyleCnt="0"/>
      <dgm:spPr/>
    </dgm:pt>
    <dgm:pt modelId="{7EA6C094-B173-4A31-A4DE-6EDE5A9B5C94}" type="pres">
      <dgm:prSet presAssocID="{D79C0D68-207D-47CC-84A5-DB3DD4317F2F}" presName="parentLeftMargin" presStyleLbl="node1" presStyleIdx="0" presStyleCnt="3"/>
      <dgm:spPr/>
    </dgm:pt>
    <dgm:pt modelId="{CDC167B8-2D31-4C33-AAFE-E595A95E0F71}" type="pres">
      <dgm:prSet presAssocID="{D79C0D68-207D-47CC-84A5-DB3DD4317F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535BAD-5C39-4F3D-A591-3E6885C3098B}" type="pres">
      <dgm:prSet presAssocID="{D79C0D68-207D-47CC-84A5-DB3DD4317F2F}" presName="negativeSpace" presStyleCnt="0"/>
      <dgm:spPr/>
    </dgm:pt>
    <dgm:pt modelId="{4EBCBA5B-3223-4180-BF6C-5E1A39D225CA}" type="pres">
      <dgm:prSet presAssocID="{D79C0D68-207D-47CC-84A5-DB3DD4317F2F}" presName="childText" presStyleLbl="conFgAcc1" presStyleIdx="1" presStyleCnt="3">
        <dgm:presLayoutVars>
          <dgm:bulletEnabled val="1"/>
        </dgm:presLayoutVars>
      </dgm:prSet>
      <dgm:spPr/>
    </dgm:pt>
    <dgm:pt modelId="{56DEFFDA-FB7F-4065-9B9A-1C1F64EB12EB}" type="pres">
      <dgm:prSet presAssocID="{02469F55-B16D-4480-8AE0-0782BB7818BD}" presName="spaceBetweenRectangles" presStyleCnt="0"/>
      <dgm:spPr/>
    </dgm:pt>
    <dgm:pt modelId="{2E727557-77B6-40C2-8498-E1933323B2CD}" type="pres">
      <dgm:prSet presAssocID="{FB4C139E-4BD8-45C9-AABE-72521E3A0697}" presName="parentLin" presStyleCnt="0"/>
      <dgm:spPr/>
    </dgm:pt>
    <dgm:pt modelId="{43D8FC4B-97F0-4F33-B25E-96D4C810CEC0}" type="pres">
      <dgm:prSet presAssocID="{FB4C139E-4BD8-45C9-AABE-72521E3A0697}" presName="parentLeftMargin" presStyleLbl="node1" presStyleIdx="1" presStyleCnt="3"/>
      <dgm:spPr/>
    </dgm:pt>
    <dgm:pt modelId="{FCE1098F-E0AA-419C-8165-9CF2920A98E1}" type="pres">
      <dgm:prSet presAssocID="{FB4C139E-4BD8-45C9-AABE-72521E3A06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1F9586-134D-4B1E-AC44-FDFE615815FF}" type="pres">
      <dgm:prSet presAssocID="{FB4C139E-4BD8-45C9-AABE-72521E3A0697}" presName="negativeSpace" presStyleCnt="0"/>
      <dgm:spPr/>
    </dgm:pt>
    <dgm:pt modelId="{E2D77F12-EFCF-4AF7-80F2-52F6FCEA0B7E}" type="pres">
      <dgm:prSet presAssocID="{FB4C139E-4BD8-45C9-AABE-72521E3A069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26A781B-ADBF-4841-A8B6-40C99A579A72}" srcId="{CA479888-9F8A-479B-907C-666BE270638F}" destId="{E66FDB03-1C2D-4AC7-919D-0E776154615F}" srcOrd="0" destOrd="0" parTransId="{5E7FF56C-6398-41DA-9BEA-269180D61960}" sibTransId="{98454555-CBC2-44C1-80D2-1A7B74AB299D}"/>
    <dgm:cxn modelId="{851DE01C-A6BB-482F-8856-9ACDD02679A3}" type="presOf" srcId="{FB4C139E-4BD8-45C9-AABE-72521E3A0697}" destId="{FCE1098F-E0AA-419C-8165-9CF2920A98E1}" srcOrd="1" destOrd="0" presId="urn:microsoft.com/office/officeart/2005/8/layout/list1"/>
    <dgm:cxn modelId="{CB926D24-1B19-4743-A185-CAA5DAA292F0}" type="presOf" srcId="{484C5D32-2717-4AC8-9A62-338886BC7A07}" destId="{4EBCBA5B-3223-4180-BF6C-5E1A39D225CA}" srcOrd="0" destOrd="0" presId="urn:microsoft.com/office/officeart/2005/8/layout/list1"/>
    <dgm:cxn modelId="{64EA8E2F-417C-4B1A-BF3D-EA6F66C6AAB8}" srcId="{E66FDB03-1C2D-4AC7-919D-0E776154615F}" destId="{0102A1B4-2D97-42ED-8C71-4E37952CF765}" srcOrd="0" destOrd="0" parTransId="{408E7F72-7C85-4636-A332-C03682969B24}" sibTransId="{EB7ECBB7-9E9E-4C95-B5DA-3FB8888B14F4}"/>
    <dgm:cxn modelId="{3F76E138-1776-4108-8190-FE45E7D8BD80}" srcId="{D79C0D68-207D-47CC-84A5-DB3DD4317F2F}" destId="{4E2E95C4-5022-4D31-ADE2-B1151E207BC9}" srcOrd="3" destOrd="0" parTransId="{36D80802-110D-4326-9081-2C1C7C1D7821}" sibTransId="{6DF2312E-2ACF-4978-982C-6C3A722DA9B2}"/>
    <dgm:cxn modelId="{9375CC3D-DC3B-4337-9F86-2DFB751A6613}" type="presOf" srcId="{E66FDB03-1C2D-4AC7-919D-0E776154615F}" destId="{2E87B2FE-D010-4841-97D7-3C2B6C9D0F03}" srcOrd="0" destOrd="0" presId="urn:microsoft.com/office/officeart/2005/8/layout/list1"/>
    <dgm:cxn modelId="{11EB763F-DA61-4AAB-B3B6-A604BC5F551F}" type="presOf" srcId="{90B704E0-2BA8-47E1-9A28-CDD4A6BD031A}" destId="{E2D77F12-EFCF-4AF7-80F2-52F6FCEA0B7E}" srcOrd="0" destOrd="1" presId="urn:microsoft.com/office/officeart/2005/8/layout/list1"/>
    <dgm:cxn modelId="{CB04705E-9E3D-439C-BA20-9D3E13570426}" type="presOf" srcId="{5BD5077F-BEAF-47BC-A259-4647C8294168}" destId="{4EBCBA5B-3223-4180-BF6C-5E1A39D225CA}" srcOrd="0" destOrd="2" presId="urn:microsoft.com/office/officeart/2005/8/layout/list1"/>
    <dgm:cxn modelId="{6B936647-A9E8-4A03-A996-8612E8EA80BF}" srcId="{D79C0D68-207D-47CC-84A5-DB3DD4317F2F}" destId="{71DAC7BD-D761-4836-A56A-E38179CBFDCD}" srcOrd="1" destOrd="0" parTransId="{A42396DA-90A8-4093-AD5B-ECF98DC33C40}" sibTransId="{D149D9F8-01DB-415A-9545-F6A47AD4026B}"/>
    <dgm:cxn modelId="{261A7A49-E107-4795-B935-DCCBE159DBF7}" type="presOf" srcId="{FB4C139E-4BD8-45C9-AABE-72521E3A0697}" destId="{43D8FC4B-97F0-4F33-B25E-96D4C810CEC0}" srcOrd="0" destOrd="0" presId="urn:microsoft.com/office/officeart/2005/8/layout/list1"/>
    <dgm:cxn modelId="{D348C84B-2F72-4E32-A63E-3643E0DA59AE}" srcId="{E66FDB03-1C2D-4AC7-919D-0E776154615F}" destId="{6778AF9C-161A-47D6-9610-C86F32B65827}" srcOrd="1" destOrd="0" parTransId="{3C1D9CE9-FA9A-4648-9816-6A0099D5E51E}" sibTransId="{0EF8FBA9-6375-4E06-8C7B-F3AEB8A2AB8E}"/>
    <dgm:cxn modelId="{C6F4474E-373B-4970-BE0A-75083BEE46EE}" type="presOf" srcId="{D79C0D68-207D-47CC-84A5-DB3DD4317F2F}" destId="{7EA6C094-B173-4A31-A4DE-6EDE5A9B5C94}" srcOrd="0" destOrd="0" presId="urn:microsoft.com/office/officeart/2005/8/layout/list1"/>
    <dgm:cxn modelId="{B4918571-E77D-4535-940E-4445A77043E1}" srcId="{D79C0D68-207D-47CC-84A5-DB3DD4317F2F}" destId="{484C5D32-2717-4AC8-9A62-338886BC7A07}" srcOrd="0" destOrd="0" parTransId="{0E50D874-F5C3-40A8-87B1-726E2D7E2F6A}" sibTransId="{168B310D-1AEA-4BF2-913E-C269D9B3C0AB}"/>
    <dgm:cxn modelId="{82C31552-1703-42C9-8AD9-EBE76BCD337E}" type="presOf" srcId="{D79C0D68-207D-47CC-84A5-DB3DD4317F2F}" destId="{CDC167B8-2D31-4C33-AAFE-E595A95E0F71}" srcOrd="1" destOrd="0" presId="urn:microsoft.com/office/officeart/2005/8/layout/list1"/>
    <dgm:cxn modelId="{488A777B-7BFF-4345-84E1-6661F543EFA6}" type="presOf" srcId="{E17F8939-FAD2-449F-B713-9A3CD880C842}" destId="{C04D9836-B13B-4FA2-B5AF-D4BC48AF6C9F}" srcOrd="0" destOrd="2" presId="urn:microsoft.com/office/officeart/2005/8/layout/list1"/>
    <dgm:cxn modelId="{E5D37C7C-F8BF-41FE-84B7-F8F3EF207B5D}" srcId="{FB4C139E-4BD8-45C9-AABE-72521E3A0697}" destId="{90B704E0-2BA8-47E1-9A28-CDD4A6BD031A}" srcOrd="1" destOrd="0" parTransId="{2B1CB360-F9E3-486B-AB1F-C43A08FDB717}" sibTransId="{C56E8C16-2C5F-42E9-BB71-D1C55CA18125}"/>
    <dgm:cxn modelId="{3DE9FC95-C2D1-4069-8A72-8DAFDCC27614}" srcId="{CA479888-9F8A-479B-907C-666BE270638F}" destId="{D79C0D68-207D-47CC-84A5-DB3DD4317F2F}" srcOrd="1" destOrd="0" parTransId="{0F6FA25E-B012-4846-A372-4543E043DFE2}" sibTransId="{02469F55-B16D-4480-8AE0-0782BB7818BD}"/>
    <dgm:cxn modelId="{986F0DA7-F488-4124-AB14-8122CFF9D443}" type="presOf" srcId="{E66FDB03-1C2D-4AC7-919D-0E776154615F}" destId="{1B9B9C32-2B51-44D6-8562-181230475481}" srcOrd="1" destOrd="0" presId="urn:microsoft.com/office/officeart/2005/8/layout/list1"/>
    <dgm:cxn modelId="{DE5E1BA7-4F98-4AC3-AB65-D776C4057C5C}" srcId="{CA479888-9F8A-479B-907C-666BE270638F}" destId="{FB4C139E-4BD8-45C9-AABE-72521E3A0697}" srcOrd="2" destOrd="0" parTransId="{39A30C7F-A389-4851-B41E-EEBD06EADF5F}" sibTransId="{9E03FED3-95BE-45E4-A494-B1D44110E5DB}"/>
    <dgm:cxn modelId="{54C346AE-6DF0-4B1A-A233-C9C5F02E30F4}" type="presOf" srcId="{6778AF9C-161A-47D6-9610-C86F32B65827}" destId="{C04D9836-B13B-4FA2-B5AF-D4BC48AF6C9F}" srcOrd="0" destOrd="1" presId="urn:microsoft.com/office/officeart/2005/8/layout/list1"/>
    <dgm:cxn modelId="{639ADFB2-142D-432C-9AB7-055E455385D1}" srcId="{D79C0D68-207D-47CC-84A5-DB3DD4317F2F}" destId="{5BD5077F-BEAF-47BC-A259-4647C8294168}" srcOrd="2" destOrd="0" parTransId="{2F5BA732-CAF5-4548-8B42-54512FD00E64}" sibTransId="{A8BAC90F-8828-4C09-B31C-40E47BBB360F}"/>
    <dgm:cxn modelId="{67B2FAC6-07B9-47B8-B8CE-28281061DCEE}" type="presOf" srcId="{4E2E95C4-5022-4D31-ADE2-B1151E207BC9}" destId="{4EBCBA5B-3223-4180-BF6C-5E1A39D225CA}" srcOrd="0" destOrd="3" presId="urn:microsoft.com/office/officeart/2005/8/layout/list1"/>
    <dgm:cxn modelId="{71C0FAD2-5957-4C2E-B095-E17FCC58E089}" srcId="{FB4C139E-4BD8-45C9-AABE-72521E3A0697}" destId="{55C486E9-F0D4-4468-8F35-F0D9B00D160A}" srcOrd="0" destOrd="0" parTransId="{57D92127-0172-4067-8888-D8AF0673355C}" sibTransId="{24AECE49-7F0C-4A9E-8588-41299A5AFD83}"/>
    <dgm:cxn modelId="{2B35C6D6-8F94-4CD0-85C7-5C1265A29887}" type="presOf" srcId="{0102A1B4-2D97-42ED-8C71-4E37952CF765}" destId="{C04D9836-B13B-4FA2-B5AF-D4BC48AF6C9F}" srcOrd="0" destOrd="0" presId="urn:microsoft.com/office/officeart/2005/8/layout/list1"/>
    <dgm:cxn modelId="{8B1AE2D8-9585-477B-AFDF-0FBA70FDE2D4}" srcId="{E66FDB03-1C2D-4AC7-919D-0E776154615F}" destId="{E17F8939-FAD2-449F-B713-9A3CD880C842}" srcOrd="2" destOrd="0" parTransId="{D1CFB097-B227-467A-9AF3-53D60EA1A877}" sibTransId="{DBD9B9AA-ACBA-410C-94E5-818E970A22E1}"/>
    <dgm:cxn modelId="{51C206E2-1A13-462D-B3CA-50C3D79A9AF1}" type="presOf" srcId="{71DAC7BD-D761-4836-A56A-E38179CBFDCD}" destId="{4EBCBA5B-3223-4180-BF6C-5E1A39D225CA}" srcOrd="0" destOrd="1" presId="urn:microsoft.com/office/officeart/2005/8/layout/list1"/>
    <dgm:cxn modelId="{31DD5BF2-C9E4-4098-AF30-97FBCC3A8559}" type="presOf" srcId="{55C486E9-F0D4-4468-8F35-F0D9B00D160A}" destId="{E2D77F12-EFCF-4AF7-80F2-52F6FCEA0B7E}" srcOrd="0" destOrd="0" presId="urn:microsoft.com/office/officeart/2005/8/layout/list1"/>
    <dgm:cxn modelId="{D1B9B7F2-332D-4E5A-B225-9534FCE23AD0}" type="presOf" srcId="{CA479888-9F8A-479B-907C-666BE270638F}" destId="{A413A548-84E1-4405-A2FD-0FD42B091168}" srcOrd="0" destOrd="0" presId="urn:microsoft.com/office/officeart/2005/8/layout/list1"/>
    <dgm:cxn modelId="{64EBADF8-2581-480E-8EE6-C5239282096A}" type="presParOf" srcId="{A413A548-84E1-4405-A2FD-0FD42B091168}" destId="{AA573BDA-68B9-4DF1-9CF5-EDD1FB68200A}" srcOrd="0" destOrd="0" presId="urn:microsoft.com/office/officeart/2005/8/layout/list1"/>
    <dgm:cxn modelId="{DBD49207-2532-4D44-83D5-D0F113EEE498}" type="presParOf" srcId="{AA573BDA-68B9-4DF1-9CF5-EDD1FB68200A}" destId="{2E87B2FE-D010-4841-97D7-3C2B6C9D0F03}" srcOrd="0" destOrd="0" presId="urn:microsoft.com/office/officeart/2005/8/layout/list1"/>
    <dgm:cxn modelId="{6DE8F89A-DE31-46FC-9336-134441457135}" type="presParOf" srcId="{AA573BDA-68B9-4DF1-9CF5-EDD1FB68200A}" destId="{1B9B9C32-2B51-44D6-8562-181230475481}" srcOrd="1" destOrd="0" presId="urn:microsoft.com/office/officeart/2005/8/layout/list1"/>
    <dgm:cxn modelId="{E896B60E-E7C1-49BD-9E0F-43C2A493EE43}" type="presParOf" srcId="{A413A548-84E1-4405-A2FD-0FD42B091168}" destId="{6DA95730-F2F0-48D1-9DEB-32317956F9FA}" srcOrd="1" destOrd="0" presId="urn:microsoft.com/office/officeart/2005/8/layout/list1"/>
    <dgm:cxn modelId="{7459E6BE-CE64-4D04-AC9F-D12D6273B95F}" type="presParOf" srcId="{A413A548-84E1-4405-A2FD-0FD42B091168}" destId="{C04D9836-B13B-4FA2-B5AF-D4BC48AF6C9F}" srcOrd="2" destOrd="0" presId="urn:microsoft.com/office/officeart/2005/8/layout/list1"/>
    <dgm:cxn modelId="{40AE734F-5B81-46C4-8B78-3372BC94AF21}" type="presParOf" srcId="{A413A548-84E1-4405-A2FD-0FD42B091168}" destId="{AD3E12E9-E4CA-4B55-946E-E4E7A67652A7}" srcOrd="3" destOrd="0" presId="urn:microsoft.com/office/officeart/2005/8/layout/list1"/>
    <dgm:cxn modelId="{826236D2-C079-4ADC-A1AC-0EF46F0B77D9}" type="presParOf" srcId="{A413A548-84E1-4405-A2FD-0FD42B091168}" destId="{A4A761DB-7A5D-4BC1-BA25-5BF753BC1209}" srcOrd="4" destOrd="0" presId="urn:microsoft.com/office/officeart/2005/8/layout/list1"/>
    <dgm:cxn modelId="{E32F1328-C77F-419F-B2E0-0BA31D851472}" type="presParOf" srcId="{A4A761DB-7A5D-4BC1-BA25-5BF753BC1209}" destId="{7EA6C094-B173-4A31-A4DE-6EDE5A9B5C94}" srcOrd="0" destOrd="0" presId="urn:microsoft.com/office/officeart/2005/8/layout/list1"/>
    <dgm:cxn modelId="{70F6175B-5631-4A4E-BF52-034CEC7C9C11}" type="presParOf" srcId="{A4A761DB-7A5D-4BC1-BA25-5BF753BC1209}" destId="{CDC167B8-2D31-4C33-AAFE-E595A95E0F71}" srcOrd="1" destOrd="0" presId="urn:microsoft.com/office/officeart/2005/8/layout/list1"/>
    <dgm:cxn modelId="{89BC57F0-3A3B-4001-A053-88681300FB43}" type="presParOf" srcId="{A413A548-84E1-4405-A2FD-0FD42B091168}" destId="{4B535BAD-5C39-4F3D-A591-3E6885C3098B}" srcOrd="5" destOrd="0" presId="urn:microsoft.com/office/officeart/2005/8/layout/list1"/>
    <dgm:cxn modelId="{9B43B805-2F47-4C0E-AEA8-FAB1918ECD78}" type="presParOf" srcId="{A413A548-84E1-4405-A2FD-0FD42B091168}" destId="{4EBCBA5B-3223-4180-BF6C-5E1A39D225CA}" srcOrd="6" destOrd="0" presId="urn:microsoft.com/office/officeart/2005/8/layout/list1"/>
    <dgm:cxn modelId="{44087373-E862-4B2F-855F-3103999639A6}" type="presParOf" srcId="{A413A548-84E1-4405-A2FD-0FD42B091168}" destId="{56DEFFDA-FB7F-4065-9B9A-1C1F64EB12EB}" srcOrd="7" destOrd="0" presId="urn:microsoft.com/office/officeart/2005/8/layout/list1"/>
    <dgm:cxn modelId="{FC536F61-9963-440F-8E53-9FB4B2D84A59}" type="presParOf" srcId="{A413A548-84E1-4405-A2FD-0FD42B091168}" destId="{2E727557-77B6-40C2-8498-E1933323B2CD}" srcOrd="8" destOrd="0" presId="urn:microsoft.com/office/officeart/2005/8/layout/list1"/>
    <dgm:cxn modelId="{701FA936-B3A5-423D-B9E2-12CA80E6861A}" type="presParOf" srcId="{2E727557-77B6-40C2-8498-E1933323B2CD}" destId="{43D8FC4B-97F0-4F33-B25E-96D4C810CEC0}" srcOrd="0" destOrd="0" presId="urn:microsoft.com/office/officeart/2005/8/layout/list1"/>
    <dgm:cxn modelId="{B74D79C4-8A69-4C56-9A40-81BEEEFAB9BD}" type="presParOf" srcId="{2E727557-77B6-40C2-8498-E1933323B2CD}" destId="{FCE1098F-E0AA-419C-8165-9CF2920A98E1}" srcOrd="1" destOrd="0" presId="urn:microsoft.com/office/officeart/2005/8/layout/list1"/>
    <dgm:cxn modelId="{354B756A-5942-450C-B141-8ACBCFC7612F}" type="presParOf" srcId="{A413A548-84E1-4405-A2FD-0FD42B091168}" destId="{F61F9586-134D-4B1E-AC44-FDFE615815FF}" srcOrd="9" destOrd="0" presId="urn:microsoft.com/office/officeart/2005/8/layout/list1"/>
    <dgm:cxn modelId="{BF36A70B-4E62-405B-BB6F-4D1A426E7B9D}" type="presParOf" srcId="{A413A548-84E1-4405-A2FD-0FD42B091168}" destId="{E2D77F12-EFCF-4AF7-80F2-52F6FCEA0B7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479888-9F8A-479B-907C-666BE270638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6FDB03-1C2D-4AC7-919D-0E776154615F}">
      <dgm:prSet/>
      <dgm:spPr/>
      <dgm:t>
        <a:bodyPr/>
        <a:lstStyle/>
        <a:p>
          <a:r>
            <a:rPr lang="en-US"/>
            <a:t>CNN Era (ResNet, EfficientNet): </a:t>
          </a:r>
        </a:p>
      </dgm:t>
    </dgm:pt>
    <dgm:pt modelId="{5E7FF56C-6398-41DA-9BEA-269180D61960}" type="parTrans" cxnId="{426A781B-ADBF-4841-A8B6-40C99A579A72}">
      <dgm:prSet/>
      <dgm:spPr/>
      <dgm:t>
        <a:bodyPr/>
        <a:lstStyle/>
        <a:p>
          <a:endParaRPr lang="en-US"/>
        </a:p>
      </dgm:t>
    </dgm:pt>
    <dgm:pt modelId="{98454555-CBC2-44C1-80D2-1A7B74AB299D}" type="sibTrans" cxnId="{426A781B-ADBF-4841-A8B6-40C99A579A72}">
      <dgm:prSet/>
      <dgm:spPr/>
      <dgm:t>
        <a:bodyPr/>
        <a:lstStyle/>
        <a:p>
          <a:endParaRPr lang="en-US"/>
        </a:p>
      </dgm:t>
    </dgm:pt>
    <dgm:pt modelId="{0102A1B4-2D97-42ED-8C71-4E37952CF765}">
      <dgm:prSet/>
      <dgm:spPr/>
      <dgm:t>
        <a:bodyPr/>
        <a:lstStyle/>
        <a:p>
          <a:r>
            <a:rPr lang="en-US"/>
            <a:t>Local inductive biases  </a:t>
          </a:r>
        </a:p>
      </dgm:t>
    </dgm:pt>
    <dgm:pt modelId="{408E7F72-7C85-4636-A332-C03682969B24}" type="parTrans" cxnId="{64EA8E2F-417C-4B1A-BF3D-EA6F66C6AAB8}">
      <dgm:prSet/>
      <dgm:spPr/>
      <dgm:t>
        <a:bodyPr/>
        <a:lstStyle/>
        <a:p>
          <a:endParaRPr lang="en-US"/>
        </a:p>
      </dgm:t>
    </dgm:pt>
    <dgm:pt modelId="{EB7ECBB7-9E9E-4C95-B5DA-3FB8888B14F4}" type="sibTrans" cxnId="{64EA8E2F-417C-4B1A-BF3D-EA6F66C6AAB8}">
      <dgm:prSet/>
      <dgm:spPr/>
      <dgm:t>
        <a:bodyPr/>
        <a:lstStyle/>
        <a:p>
          <a:endParaRPr lang="en-US"/>
        </a:p>
      </dgm:t>
    </dgm:pt>
    <dgm:pt modelId="{6778AF9C-161A-47D6-9610-C86F32B65827}">
      <dgm:prSet/>
      <dgm:spPr/>
      <dgm:t>
        <a:bodyPr/>
        <a:lstStyle/>
        <a:p>
          <a:r>
            <a:rPr lang="en-US"/>
            <a:t>hierarchical features</a:t>
          </a:r>
        </a:p>
      </dgm:t>
    </dgm:pt>
    <dgm:pt modelId="{3C1D9CE9-FA9A-4648-9816-6A0099D5E51E}" type="parTrans" cxnId="{D348C84B-2F72-4E32-A63E-3643E0DA59AE}">
      <dgm:prSet/>
      <dgm:spPr/>
      <dgm:t>
        <a:bodyPr/>
        <a:lstStyle/>
        <a:p>
          <a:endParaRPr lang="en-US"/>
        </a:p>
      </dgm:t>
    </dgm:pt>
    <dgm:pt modelId="{0EF8FBA9-6375-4E06-8C7B-F3AEB8A2AB8E}" type="sibTrans" cxnId="{D348C84B-2F72-4E32-A63E-3643E0DA59AE}">
      <dgm:prSet/>
      <dgm:spPr/>
      <dgm:t>
        <a:bodyPr/>
        <a:lstStyle/>
        <a:p>
          <a:endParaRPr lang="en-US"/>
        </a:p>
      </dgm:t>
    </dgm:pt>
    <dgm:pt modelId="{E17F8939-FAD2-449F-B713-9A3CD880C842}">
      <dgm:prSet/>
      <dgm:spPr/>
      <dgm:t>
        <a:bodyPr/>
        <a:lstStyle/>
        <a:p>
          <a:r>
            <a:rPr lang="en-US"/>
            <a:t>limited long-range modeling</a:t>
          </a:r>
        </a:p>
      </dgm:t>
    </dgm:pt>
    <dgm:pt modelId="{D1CFB097-B227-467A-9AF3-53D60EA1A877}" type="parTrans" cxnId="{8B1AE2D8-9585-477B-AFDF-0FBA70FDE2D4}">
      <dgm:prSet/>
      <dgm:spPr/>
      <dgm:t>
        <a:bodyPr/>
        <a:lstStyle/>
        <a:p>
          <a:endParaRPr lang="en-US"/>
        </a:p>
      </dgm:t>
    </dgm:pt>
    <dgm:pt modelId="{DBD9B9AA-ACBA-410C-94E5-818E970A22E1}" type="sibTrans" cxnId="{8B1AE2D8-9585-477B-AFDF-0FBA70FDE2D4}">
      <dgm:prSet/>
      <dgm:spPr/>
      <dgm:t>
        <a:bodyPr/>
        <a:lstStyle/>
        <a:p>
          <a:endParaRPr lang="en-US"/>
        </a:p>
      </dgm:t>
    </dgm:pt>
    <dgm:pt modelId="{D79C0D68-207D-47CC-84A5-DB3DD4317F2F}">
      <dgm:prSet/>
      <dgm:spPr/>
      <dgm:t>
        <a:bodyPr/>
        <a:lstStyle/>
        <a:p>
          <a:r>
            <a:rPr lang="en-US"/>
            <a:t>Vision Transformer (ViT): </a:t>
          </a:r>
        </a:p>
      </dgm:t>
    </dgm:pt>
    <dgm:pt modelId="{0F6FA25E-B012-4846-A372-4543E043DFE2}" type="parTrans" cxnId="{3DE9FC95-C2D1-4069-8A72-8DAFDCC27614}">
      <dgm:prSet/>
      <dgm:spPr/>
      <dgm:t>
        <a:bodyPr/>
        <a:lstStyle/>
        <a:p>
          <a:endParaRPr lang="en-US"/>
        </a:p>
      </dgm:t>
    </dgm:pt>
    <dgm:pt modelId="{02469F55-B16D-4480-8AE0-0782BB7818BD}" type="sibTrans" cxnId="{3DE9FC95-C2D1-4069-8A72-8DAFDCC27614}">
      <dgm:prSet/>
      <dgm:spPr/>
      <dgm:t>
        <a:bodyPr/>
        <a:lstStyle/>
        <a:p>
          <a:endParaRPr lang="en-US"/>
        </a:p>
      </dgm:t>
    </dgm:pt>
    <dgm:pt modelId="{484C5D32-2717-4AC8-9A62-338886BC7A07}">
      <dgm:prSet/>
      <dgm:spPr/>
      <dgm:t>
        <a:bodyPr/>
        <a:lstStyle/>
        <a:p>
          <a:r>
            <a:rPr lang="en-US"/>
            <a:t>Global self-attention from layer 1 </a:t>
          </a:r>
        </a:p>
      </dgm:t>
    </dgm:pt>
    <dgm:pt modelId="{0E50D874-F5C3-40A8-87B1-726E2D7E2F6A}" type="parTrans" cxnId="{B4918571-E77D-4535-940E-4445A77043E1}">
      <dgm:prSet/>
      <dgm:spPr/>
      <dgm:t>
        <a:bodyPr/>
        <a:lstStyle/>
        <a:p>
          <a:endParaRPr lang="en-US"/>
        </a:p>
      </dgm:t>
    </dgm:pt>
    <dgm:pt modelId="{168B310D-1AEA-4BF2-913E-C269D9B3C0AB}" type="sibTrans" cxnId="{B4918571-E77D-4535-940E-4445A77043E1}">
      <dgm:prSet/>
      <dgm:spPr/>
      <dgm:t>
        <a:bodyPr/>
        <a:lstStyle/>
        <a:p>
          <a:endParaRPr lang="en-US"/>
        </a:p>
      </dgm:t>
    </dgm:pt>
    <dgm:pt modelId="{71DAC7BD-D761-4836-A56A-E38179CBFDCD}">
      <dgm:prSet/>
      <dgm:spPr/>
      <dgm:t>
        <a:bodyPr/>
        <a:lstStyle/>
        <a:p>
          <a:r>
            <a:rPr lang="en-US"/>
            <a:t>Strong performance</a:t>
          </a:r>
        </a:p>
      </dgm:t>
    </dgm:pt>
    <dgm:pt modelId="{A42396DA-90A8-4093-AD5B-ECF98DC33C40}" type="parTrans" cxnId="{6B936647-A9E8-4A03-A996-8612E8EA80BF}">
      <dgm:prSet/>
      <dgm:spPr/>
      <dgm:t>
        <a:bodyPr/>
        <a:lstStyle/>
        <a:p>
          <a:endParaRPr lang="en-US"/>
        </a:p>
      </dgm:t>
    </dgm:pt>
    <dgm:pt modelId="{D149D9F8-01DB-415A-9545-F6A47AD4026B}" type="sibTrans" cxnId="{6B936647-A9E8-4A03-A996-8612E8EA80BF}">
      <dgm:prSet/>
      <dgm:spPr/>
      <dgm:t>
        <a:bodyPr/>
        <a:lstStyle/>
        <a:p>
          <a:endParaRPr lang="en-US"/>
        </a:p>
      </dgm:t>
    </dgm:pt>
    <dgm:pt modelId="{5BD5077F-BEAF-47BC-A259-4647C8294168}">
      <dgm:prSet/>
      <dgm:spPr/>
      <dgm:t>
        <a:bodyPr/>
        <a:lstStyle/>
        <a:p>
          <a:r>
            <a:rPr lang="en-US"/>
            <a:t>O(N²) complexity</a:t>
          </a:r>
        </a:p>
      </dgm:t>
    </dgm:pt>
    <dgm:pt modelId="{2F5BA732-CAF5-4548-8B42-54512FD00E64}" type="parTrans" cxnId="{639ADFB2-142D-432C-9AB7-055E455385D1}">
      <dgm:prSet/>
      <dgm:spPr/>
      <dgm:t>
        <a:bodyPr/>
        <a:lstStyle/>
        <a:p>
          <a:endParaRPr lang="en-US"/>
        </a:p>
      </dgm:t>
    </dgm:pt>
    <dgm:pt modelId="{A8BAC90F-8828-4C09-B31C-40E47BBB360F}" type="sibTrans" cxnId="{639ADFB2-142D-432C-9AB7-055E455385D1}">
      <dgm:prSet/>
      <dgm:spPr/>
      <dgm:t>
        <a:bodyPr/>
        <a:lstStyle/>
        <a:p>
          <a:endParaRPr lang="en-US"/>
        </a:p>
      </dgm:t>
    </dgm:pt>
    <dgm:pt modelId="{4E2E95C4-5022-4D31-ADE2-B1151E207BC9}">
      <dgm:prSet/>
      <dgm:spPr/>
      <dgm:t>
        <a:bodyPr/>
        <a:lstStyle/>
        <a:p>
          <a:r>
            <a:rPr lang="en-US"/>
            <a:t>Prohibitive for high-res</a:t>
          </a:r>
        </a:p>
      </dgm:t>
    </dgm:pt>
    <dgm:pt modelId="{36D80802-110D-4326-9081-2C1C7C1D7821}" type="parTrans" cxnId="{3F76E138-1776-4108-8190-FE45E7D8BD80}">
      <dgm:prSet/>
      <dgm:spPr/>
      <dgm:t>
        <a:bodyPr/>
        <a:lstStyle/>
        <a:p>
          <a:endParaRPr lang="en-US"/>
        </a:p>
      </dgm:t>
    </dgm:pt>
    <dgm:pt modelId="{6DF2312E-2ACF-4978-982C-6C3A722DA9B2}" type="sibTrans" cxnId="{3F76E138-1776-4108-8190-FE45E7D8BD80}">
      <dgm:prSet/>
      <dgm:spPr/>
      <dgm:t>
        <a:bodyPr/>
        <a:lstStyle/>
        <a:p>
          <a:endParaRPr lang="en-US"/>
        </a:p>
      </dgm:t>
    </dgm:pt>
    <dgm:pt modelId="{FB4C139E-4BD8-45C9-AABE-72521E3A0697}">
      <dgm:prSet/>
      <dgm:spPr/>
      <dgm:t>
        <a:bodyPr/>
        <a:lstStyle/>
        <a:p>
          <a:r>
            <a:rPr lang="en-US"/>
            <a:t>Key limitation: </a:t>
          </a:r>
        </a:p>
      </dgm:t>
    </dgm:pt>
    <dgm:pt modelId="{39A30C7F-A389-4851-B41E-EEBD06EADF5F}" type="parTrans" cxnId="{DE5E1BA7-4F98-4AC3-AB65-D776C4057C5C}">
      <dgm:prSet/>
      <dgm:spPr/>
      <dgm:t>
        <a:bodyPr/>
        <a:lstStyle/>
        <a:p>
          <a:endParaRPr lang="en-US"/>
        </a:p>
      </dgm:t>
    </dgm:pt>
    <dgm:pt modelId="{9E03FED3-95BE-45E4-A494-B1D44110E5DB}" type="sibTrans" cxnId="{DE5E1BA7-4F98-4AC3-AB65-D776C4057C5C}">
      <dgm:prSet/>
      <dgm:spPr/>
      <dgm:t>
        <a:bodyPr/>
        <a:lstStyle/>
        <a:p>
          <a:endParaRPr lang="en-US"/>
        </a:p>
      </dgm:t>
    </dgm:pt>
    <dgm:pt modelId="{55C486E9-F0D4-4468-8F35-F0D9B00D160A}">
      <dgm:prSet/>
      <dgm:spPr/>
      <dgm:t>
        <a:bodyPr/>
        <a:lstStyle/>
        <a:p>
          <a:r>
            <a:rPr lang="en-US"/>
            <a:t>Pure global attention is expensive</a:t>
          </a:r>
        </a:p>
      </dgm:t>
    </dgm:pt>
    <dgm:pt modelId="{57D92127-0172-4067-8888-D8AF0673355C}" type="parTrans" cxnId="{71C0FAD2-5957-4C2E-B095-E17FCC58E089}">
      <dgm:prSet/>
      <dgm:spPr/>
      <dgm:t>
        <a:bodyPr/>
        <a:lstStyle/>
        <a:p>
          <a:endParaRPr lang="en-US"/>
        </a:p>
      </dgm:t>
    </dgm:pt>
    <dgm:pt modelId="{24AECE49-7F0C-4A9E-8588-41299A5AFD83}" type="sibTrans" cxnId="{71C0FAD2-5957-4C2E-B095-E17FCC58E089}">
      <dgm:prSet/>
      <dgm:spPr/>
      <dgm:t>
        <a:bodyPr/>
        <a:lstStyle/>
        <a:p>
          <a:endParaRPr lang="en-US"/>
        </a:p>
      </dgm:t>
    </dgm:pt>
    <dgm:pt modelId="{90B704E0-2BA8-47E1-9A28-CDD4A6BD031A}">
      <dgm:prSet/>
      <dgm:spPr/>
      <dgm:t>
        <a:bodyPr/>
        <a:lstStyle/>
        <a:p>
          <a:r>
            <a:rPr lang="en-US"/>
            <a:t>Pure local convs miss distant dependencies</a:t>
          </a:r>
        </a:p>
      </dgm:t>
    </dgm:pt>
    <dgm:pt modelId="{2B1CB360-F9E3-486B-AB1F-C43A08FDB717}" type="parTrans" cxnId="{E5D37C7C-F8BF-41FE-84B7-F8F3EF207B5D}">
      <dgm:prSet/>
      <dgm:spPr/>
      <dgm:t>
        <a:bodyPr/>
        <a:lstStyle/>
        <a:p>
          <a:endParaRPr lang="en-US"/>
        </a:p>
      </dgm:t>
    </dgm:pt>
    <dgm:pt modelId="{C56E8C16-2C5F-42E9-BB71-D1C55CA18125}" type="sibTrans" cxnId="{E5D37C7C-F8BF-41FE-84B7-F8F3EF207B5D}">
      <dgm:prSet/>
      <dgm:spPr/>
      <dgm:t>
        <a:bodyPr/>
        <a:lstStyle/>
        <a:p>
          <a:endParaRPr lang="en-US"/>
        </a:p>
      </dgm:t>
    </dgm:pt>
    <dgm:pt modelId="{A413A548-84E1-4405-A2FD-0FD42B091168}" type="pres">
      <dgm:prSet presAssocID="{CA479888-9F8A-479B-907C-666BE270638F}" presName="linear" presStyleCnt="0">
        <dgm:presLayoutVars>
          <dgm:dir/>
          <dgm:animLvl val="lvl"/>
          <dgm:resizeHandles val="exact"/>
        </dgm:presLayoutVars>
      </dgm:prSet>
      <dgm:spPr/>
    </dgm:pt>
    <dgm:pt modelId="{AA573BDA-68B9-4DF1-9CF5-EDD1FB68200A}" type="pres">
      <dgm:prSet presAssocID="{E66FDB03-1C2D-4AC7-919D-0E776154615F}" presName="parentLin" presStyleCnt="0"/>
      <dgm:spPr/>
    </dgm:pt>
    <dgm:pt modelId="{2E87B2FE-D010-4841-97D7-3C2B6C9D0F03}" type="pres">
      <dgm:prSet presAssocID="{E66FDB03-1C2D-4AC7-919D-0E776154615F}" presName="parentLeftMargin" presStyleLbl="node1" presStyleIdx="0" presStyleCnt="3"/>
      <dgm:spPr/>
    </dgm:pt>
    <dgm:pt modelId="{1B9B9C32-2B51-44D6-8562-181230475481}" type="pres">
      <dgm:prSet presAssocID="{E66FDB03-1C2D-4AC7-919D-0E776154615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DA95730-F2F0-48D1-9DEB-32317956F9FA}" type="pres">
      <dgm:prSet presAssocID="{E66FDB03-1C2D-4AC7-919D-0E776154615F}" presName="negativeSpace" presStyleCnt="0"/>
      <dgm:spPr/>
    </dgm:pt>
    <dgm:pt modelId="{C04D9836-B13B-4FA2-B5AF-D4BC48AF6C9F}" type="pres">
      <dgm:prSet presAssocID="{E66FDB03-1C2D-4AC7-919D-0E776154615F}" presName="childText" presStyleLbl="conFgAcc1" presStyleIdx="0" presStyleCnt="3">
        <dgm:presLayoutVars>
          <dgm:bulletEnabled val="1"/>
        </dgm:presLayoutVars>
      </dgm:prSet>
      <dgm:spPr/>
    </dgm:pt>
    <dgm:pt modelId="{AD3E12E9-E4CA-4B55-946E-E4E7A67652A7}" type="pres">
      <dgm:prSet presAssocID="{98454555-CBC2-44C1-80D2-1A7B74AB299D}" presName="spaceBetweenRectangles" presStyleCnt="0"/>
      <dgm:spPr/>
    </dgm:pt>
    <dgm:pt modelId="{A4A761DB-7A5D-4BC1-BA25-5BF753BC1209}" type="pres">
      <dgm:prSet presAssocID="{D79C0D68-207D-47CC-84A5-DB3DD4317F2F}" presName="parentLin" presStyleCnt="0"/>
      <dgm:spPr/>
    </dgm:pt>
    <dgm:pt modelId="{7EA6C094-B173-4A31-A4DE-6EDE5A9B5C94}" type="pres">
      <dgm:prSet presAssocID="{D79C0D68-207D-47CC-84A5-DB3DD4317F2F}" presName="parentLeftMargin" presStyleLbl="node1" presStyleIdx="0" presStyleCnt="3"/>
      <dgm:spPr/>
    </dgm:pt>
    <dgm:pt modelId="{CDC167B8-2D31-4C33-AAFE-E595A95E0F71}" type="pres">
      <dgm:prSet presAssocID="{D79C0D68-207D-47CC-84A5-DB3DD4317F2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B535BAD-5C39-4F3D-A591-3E6885C3098B}" type="pres">
      <dgm:prSet presAssocID="{D79C0D68-207D-47CC-84A5-DB3DD4317F2F}" presName="negativeSpace" presStyleCnt="0"/>
      <dgm:spPr/>
    </dgm:pt>
    <dgm:pt modelId="{4EBCBA5B-3223-4180-BF6C-5E1A39D225CA}" type="pres">
      <dgm:prSet presAssocID="{D79C0D68-207D-47CC-84A5-DB3DD4317F2F}" presName="childText" presStyleLbl="conFgAcc1" presStyleIdx="1" presStyleCnt="3">
        <dgm:presLayoutVars>
          <dgm:bulletEnabled val="1"/>
        </dgm:presLayoutVars>
      </dgm:prSet>
      <dgm:spPr/>
    </dgm:pt>
    <dgm:pt modelId="{56DEFFDA-FB7F-4065-9B9A-1C1F64EB12EB}" type="pres">
      <dgm:prSet presAssocID="{02469F55-B16D-4480-8AE0-0782BB7818BD}" presName="spaceBetweenRectangles" presStyleCnt="0"/>
      <dgm:spPr/>
    </dgm:pt>
    <dgm:pt modelId="{2E727557-77B6-40C2-8498-E1933323B2CD}" type="pres">
      <dgm:prSet presAssocID="{FB4C139E-4BD8-45C9-AABE-72521E3A0697}" presName="parentLin" presStyleCnt="0"/>
      <dgm:spPr/>
    </dgm:pt>
    <dgm:pt modelId="{43D8FC4B-97F0-4F33-B25E-96D4C810CEC0}" type="pres">
      <dgm:prSet presAssocID="{FB4C139E-4BD8-45C9-AABE-72521E3A0697}" presName="parentLeftMargin" presStyleLbl="node1" presStyleIdx="1" presStyleCnt="3"/>
      <dgm:spPr/>
    </dgm:pt>
    <dgm:pt modelId="{FCE1098F-E0AA-419C-8165-9CF2920A98E1}" type="pres">
      <dgm:prSet presAssocID="{FB4C139E-4BD8-45C9-AABE-72521E3A069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61F9586-134D-4B1E-AC44-FDFE615815FF}" type="pres">
      <dgm:prSet presAssocID="{FB4C139E-4BD8-45C9-AABE-72521E3A0697}" presName="negativeSpace" presStyleCnt="0"/>
      <dgm:spPr/>
    </dgm:pt>
    <dgm:pt modelId="{E2D77F12-EFCF-4AF7-80F2-52F6FCEA0B7E}" type="pres">
      <dgm:prSet presAssocID="{FB4C139E-4BD8-45C9-AABE-72521E3A069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26A781B-ADBF-4841-A8B6-40C99A579A72}" srcId="{CA479888-9F8A-479B-907C-666BE270638F}" destId="{E66FDB03-1C2D-4AC7-919D-0E776154615F}" srcOrd="0" destOrd="0" parTransId="{5E7FF56C-6398-41DA-9BEA-269180D61960}" sibTransId="{98454555-CBC2-44C1-80D2-1A7B74AB299D}"/>
    <dgm:cxn modelId="{851DE01C-A6BB-482F-8856-9ACDD02679A3}" type="presOf" srcId="{FB4C139E-4BD8-45C9-AABE-72521E3A0697}" destId="{FCE1098F-E0AA-419C-8165-9CF2920A98E1}" srcOrd="1" destOrd="0" presId="urn:microsoft.com/office/officeart/2005/8/layout/list1"/>
    <dgm:cxn modelId="{CB926D24-1B19-4743-A185-CAA5DAA292F0}" type="presOf" srcId="{484C5D32-2717-4AC8-9A62-338886BC7A07}" destId="{4EBCBA5B-3223-4180-BF6C-5E1A39D225CA}" srcOrd="0" destOrd="0" presId="urn:microsoft.com/office/officeart/2005/8/layout/list1"/>
    <dgm:cxn modelId="{64EA8E2F-417C-4B1A-BF3D-EA6F66C6AAB8}" srcId="{E66FDB03-1C2D-4AC7-919D-0E776154615F}" destId="{0102A1B4-2D97-42ED-8C71-4E37952CF765}" srcOrd="0" destOrd="0" parTransId="{408E7F72-7C85-4636-A332-C03682969B24}" sibTransId="{EB7ECBB7-9E9E-4C95-B5DA-3FB8888B14F4}"/>
    <dgm:cxn modelId="{3F76E138-1776-4108-8190-FE45E7D8BD80}" srcId="{D79C0D68-207D-47CC-84A5-DB3DD4317F2F}" destId="{4E2E95C4-5022-4D31-ADE2-B1151E207BC9}" srcOrd="3" destOrd="0" parTransId="{36D80802-110D-4326-9081-2C1C7C1D7821}" sibTransId="{6DF2312E-2ACF-4978-982C-6C3A722DA9B2}"/>
    <dgm:cxn modelId="{9375CC3D-DC3B-4337-9F86-2DFB751A6613}" type="presOf" srcId="{E66FDB03-1C2D-4AC7-919D-0E776154615F}" destId="{2E87B2FE-D010-4841-97D7-3C2B6C9D0F03}" srcOrd="0" destOrd="0" presId="urn:microsoft.com/office/officeart/2005/8/layout/list1"/>
    <dgm:cxn modelId="{11EB763F-DA61-4AAB-B3B6-A604BC5F551F}" type="presOf" srcId="{90B704E0-2BA8-47E1-9A28-CDD4A6BD031A}" destId="{E2D77F12-EFCF-4AF7-80F2-52F6FCEA0B7E}" srcOrd="0" destOrd="1" presId="urn:microsoft.com/office/officeart/2005/8/layout/list1"/>
    <dgm:cxn modelId="{CB04705E-9E3D-439C-BA20-9D3E13570426}" type="presOf" srcId="{5BD5077F-BEAF-47BC-A259-4647C8294168}" destId="{4EBCBA5B-3223-4180-BF6C-5E1A39D225CA}" srcOrd="0" destOrd="2" presId="urn:microsoft.com/office/officeart/2005/8/layout/list1"/>
    <dgm:cxn modelId="{6B936647-A9E8-4A03-A996-8612E8EA80BF}" srcId="{D79C0D68-207D-47CC-84A5-DB3DD4317F2F}" destId="{71DAC7BD-D761-4836-A56A-E38179CBFDCD}" srcOrd="1" destOrd="0" parTransId="{A42396DA-90A8-4093-AD5B-ECF98DC33C40}" sibTransId="{D149D9F8-01DB-415A-9545-F6A47AD4026B}"/>
    <dgm:cxn modelId="{261A7A49-E107-4795-B935-DCCBE159DBF7}" type="presOf" srcId="{FB4C139E-4BD8-45C9-AABE-72521E3A0697}" destId="{43D8FC4B-97F0-4F33-B25E-96D4C810CEC0}" srcOrd="0" destOrd="0" presId="urn:microsoft.com/office/officeart/2005/8/layout/list1"/>
    <dgm:cxn modelId="{D348C84B-2F72-4E32-A63E-3643E0DA59AE}" srcId="{E66FDB03-1C2D-4AC7-919D-0E776154615F}" destId="{6778AF9C-161A-47D6-9610-C86F32B65827}" srcOrd="1" destOrd="0" parTransId="{3C1D9CE9-FA9A-4648-9816-6A0099D5E51E}" sibTransId="{0EF8FBA9-6375-4E06-8C7B-F3AEB8A2AB8E}"/>
    <dgm:cxn modelId="{C6F4474E-373B-4970-BE0A-75083BEE46EE}" type="presOf" srcId="{D79C0D68-207D-47CC-84A5-DB3DD4317F2F}" destId="{7EA6C094-B173-4A31-A4DE-6EDE5A9B5C94}" srcOrd="0" destOrd="0" presId="urn:microsoft.com/office/officeart/2005/8/layout/list1"/>
    <dgm:cxn modelId="{B4918571-E77D-4535-940E-4445A77043E1}" srcId="{D79C0D68-207D-47CC-84A5-DB3DD4317F2F}" destId="{484C5D32-2717-4AC8-9A62-338886BC7A07}" srcOrd="0" destOrd="0" parTransId="{0E50D874-F5C3-40A8-87B1-726E2D7E2F6A}" sibTransId="{168B310D-1AEA-4BF2-913E-C269D9B3C0AB}"/>
    <dgm:cxn modelId="{82C31552-1703-42C9-8AD9-EBE76BCD337E}" type="presOf" srcId="{D79C0D68-207D-47CC-84A5-DB3DD4317F2F}" destId="{CDC167B8-2D31-4C33-AAFE-E595A95E0F71}" srcOrd="1" destOrd="0" presId="urn:microsoft.com/office/officeart/2005/8/layout/list1"/>
    <dgm:cxn modelId="{488A777B-7BFF-4345-84E1-6661F543EFA6}" type="presOf" srcId="{E17F8939-FAD2-449F-B713-9A3CD880C842}" destId="{C04D9836-B13B-4FA2-B5AF-D4BC48AF6C9F}" srcOrd="0" destOrd="2" presId="urn:microsoft.com/office/officeart/2005/8/layout/list1"/>
    <dgm:cxn modelId="{E5D37C7C-F8BF-41FE-84B7-F8F3EF207B5D}" srcId="{FB4C139E-4BD8-45C9-AABE-72521E3A0697}" destId="{90B704E0-2BA8-47E1-9A28-CDD4A6BD031A}" srcOrd="1" destOrd="0" parTransId="{2B1CB360-F9E3-486B-AB1F-C43A08FDB717}" sibTransId="{C56E8C16-2C5F-42E9-BB71-D1C55CA18125}"/>
    <dgm:cxn modelId="{3DE9FC95-C2D1-4069-8A72-8DAFDCC27614}" srcId="{CA479888-9F8A-479B-907C-666BE270638F}" destId="{D79C0D68-207D-47CC-84A5-DB3DD4317F2F}" srcOrd="1" destOrd="0" parTransId="{0F6FA25E-B012-4846-A372-4543E043DFE2}" sibTransId="{02469F55-B16D-4480-8AE0-0782BB7818BD}"/>
    <dgm:cxn modelId="{986F0DA7-F488-4124-AB14-8122CFF9D443}" type="presOf" srcId="{E66FDB03-1C2D-4AC7-919D-0E776154615F}" destId="{1B9B9C32-2B51-44D6-8562-181230475481}" srcOrd="1" destOrd="0" presId="urn:microsoft.com/office/officeart/2005/8/layout/list1"/>
    <dgm:cxn modelId="{DE5E1BA7-4F98-4AC3-AB65-D776C4057C5C}" srcId="{CA479888-9F8A-479B-907C-666BE270638F}" destId="{FB4C139E-4BD8-45C9-AABE-72521E3A0697}" srcOrd="2" destOrd="0" parTransId="{39A30C7F-A389-4851-B41E-EEBD06EADF5F}" sibTransId="{9E03FED3-95BE-45E4-A494-B1D44110E5DB}"/>
    <dgm:cxn modelId="{54C346AE-6DF0-4B1A-A233-C9C5F02E30F4}" type="presOf" srcId="{6778AF9C-161A-47D6-9610-C86F32B65827}" destId="{C04D9836-B13B-4FA2-B5AF-D4BC48AF6C9F}" srcOrd="0" destOrd="1" presId="urn:microsoft.com/office/officeart/2005/8/layout/list1"/>
    <dgm:cxn modelId="{639ADFB2-142D-432C-9AB7-055E455385D1}" srcId="{D79C0D68-207D-47CC-84A5-DB3DD4317F2F}" destId="{5BD5077F-BEAF-47BC-A259-4647C8294168}" srcOrd="2" destOrd="0" parTransId="{2F5BA732-CAF5-4548-8B42-54512FD00E64}" sibTransId="{A8BAC90F-8828-4C09-B31C-40E47BBB360F}"/>
    <dgm:cxn modelId="{67B2FAC6-07B9-47B8-B8CE-28281061DCEE}" type="presOf" srcId="{4E2E95C4-5022-4D31-ADE2-B1151E207BC9}" destId="{4EBCBA5B-3223-4180-BF6C-5E1A39D225CA}" srcOrd="0" destOrd="3" presId="urn:microsoft.com/office/officeart/2005/8/layout/list1"/>
    <dgm:cxn modelId="{71C0FAD2-5957-4C2E-B095-E17FCC58E089}" srcId="{FB4C139E-4BD8-45C9-AABE-72521E3A0697}" destId="{55C486E9-F0D4-4468-8F35-F0D9B00D160A}" srcOrd="0" destOrd="0" parTransId="{57D92127-0172-4067-8888-D8AF0673355C}" sibTransId="{24AECE49-7F0C-4A9E-8588-41299A5AFD83}"/>
    <dgm:cxn modelId="{2B35C6D6-8F94-4CD0-85C7-5C1265A29887}" type="presOf" srcId="{0102A1B4-2D97-42ED-8C71-4E37952CF765}" destId="{C04D9836-B13B-4FA2-B5AF-D4BC48AF6C9F}" srcOrd="0" destOrd="0" presId="urn:microsoft.com/office/officeart/2005/8/layout/list1"/>
    <dgm:cxn modelId="{8B1AE2D8-9585-477B-AFDF-0FBA70FDE2D4}" srcId="{E66FDB03-1C2D-4AC7-919D-0E776154615F}" destId="{E17F8939-FAD2-449F-B713-9A3CD880C842}" srcOrd="2" destOrd="0" parTransId="{D1CFB097-B227-467A-9AF3-53D60EA1A877}" sibTransId="{DBD9B9AA-ACBA-410C-94E5-818E970A22E1}"/>
    <dgm:cxn modelId="{51C206E2-1A13-462D-B3CA-50C3D79A9AF1}" type="presOf" srcId="{71DAC7BD-D761-4836-A56A-E38179CBFDCD}" destId="{4EBCBA5B-3223-4180-BF6C-5E1A39D225CA}" srcOrd="0" destOrd="1" presId="urn:microsoft.com/office/officeart/2005/8/layout/list1"/>
    <dgm:cxn modelId="{31DD5BF2-C9E4-4098-AF30-97FBCC3A8559}" type="presOf" srcId="{55C486E9-F0D4-4468-8F35-F0D9B00D160A}" destId="{E2D77F12-EFCF-4AF7-80F2-52F6FCEA0B7E}" srcOrd="0" destOrd="0" presId="urn:microsoft.com/office/officeart/2005/8/layout/list1"/>
    <dgm:cxn modelId="{D1B9B7F2-332D-4E5A-B225-9534FCE23AD0}" type="presOf" srcId="{CA479888-9F8A-479B-907C-666BE270638F}" destId="{A413A548-84E1-4405-A2FD-0FD42B091168}" srcOrd="0" destOrd="0" presId="urn:microsoft.com/office/officeart/2005/8/layout/list1"/>
    <dgm:cxn modelId="{64EBADF8-2581-480E-8EE6-C5239282096A}" type="presParOf" srcId="{A413A548-84E1-4405-A2FD-0FD42B091168}" destId="{AA573BDA-68B9-4DF1-9CF5-EDD1FB68200A}" srcOrd="0" destOrd="0" presId="urn:microsoft.com/office/officeart/2005/8/layout/list1"/>
    <dgm:cxn modelId="{DBD49207-2532-4D44-83D5-D0F113EEE498}" type="presParOf" srcId="{AA573BDA-68B9-4DF1-9CF5-EDD1FB68200A}" destId="{2E87B2FE-D010-4841-97D7-3C2B6C9D0F03}" srcOrd="0" destOrd="0" presId="urn:microsoft.com/office/officeart/2005/8/layout/list1"/>
    <dgm:cxn modelId="{6DE8F89A-DE31-46FC-9336-134441457135}" type="presParOf" srcId="{AA573BDA-68B9-4DF1-9CF5-EDD1FB68200A}" destId="{1B9B9C32-2B51-44D6-8562-181230475481}" srcOrd="1" destOrd="0" presId="urn:microsoft.com/office/officeart/2005/8/layout/list1"/>
    <dgm:cxn modelId="{E896B60E-E7C1-49BD-9E0F-43C2A493EE43}" type="presParOf" srcId="{A413A548-84E1-4405-A2FD-0FD42B091168}" destId="{6DA95730-F2F0-48D1-9DEB-32317956F9FA}" srcOrd="1" destOrd="0" presId="urn:microsoft.com/office/officeart/2005/8/layout/list1"/>
    <dgm:cxn modelId="{7459E6BE-CE64-4D04-AC9F-D12D6273B95F}" type="presParOf" srcId="{A413A548-84E1-4405-A2FD-0FD42B091168}" destId="{C04D9836-B13B-4FA2-B5AF-D4BC48AF6C9F}" srcOrd="2" destOrd="0" presId="urn:microsoft.com/office/officeart/2005/8/layout/list1"/>
    <dgm:cxn modelId="{40AE734F-5B81-46C4-8B78-3372BC94AF21}" type="presParOf" srcId="{A413A548-84E1-4405-A2FD-0FD42B091168}" destId="{AD3E12E9-E4CA-4B55-946E-E4E7A67652A7}" srcOrd="3" destOrd="0" presId="urn:microsoft.com/office/officeart/2005/8/layout/list1"/>
    <dgm:cxn modelId="{826236D2-C079-4ADC-A1AC-0EF46F0B77D9}" type="presParOf" srcId="{A413A548-84E1-4405-A2FD-0FD42B091168}" destId="{A4A761DB-7A5D-4BC1-BA25-5BF753BC1209}" srcOrd="4" destOrd="0" presId="urn:microsoft.com/office/officeart/2005/8/layout/list1"/>
    <dgm:cxn modelId="{E32F1328-C77F-419F-B2E0-0BA31D851472}" type="presParOf" srcId="{A4A761DB-7A5D-4BC1-BA25-5BF753BC1209}" destId="{7EA6C094-B173-4A31-A4DE-6EDE5A9B5C94}" srcOrd="0" destOrd="0" presId="urn:microsoft.com/office/officeart/2005/8/layout/list1"/>
    <dgm:cxn modelId="{70F6175B-5631-4A4E-BF52-034CEC7C9C11}" type="presParOf" srcId="{A4A761DB-7A5D-4BC1-BA25-5BF753BC1209}" destId="{CDC167B8-2D31-4C33-AAFE-E595A95E0F71}" srcOrd="1" destOrd="0" presId="urn:microsoft.com/office/officeart/2005/8/layout/list1"/>
    <dgm:cxn modelId="{89BC57F0-3A3B-4001-A053-88681300FB43}" type="presParOf" srcId="{A413A548-84E1-4405-A2FD-0FD42B091168}" destId="{4B535BAD-5C39-4F3D-A591-3E6885C3098B}" srcOrd="5" destOrd="0" presId="urn:microsoft.com/office/officeart/2005/8/layout/list1"/>
    <dgm:cxn modelId="{9B43B805-2F47-4C0E-AEA8-FAB1918ECD78}" type="presParOf" srcId="{A413A548-84E1-4405-A2FD-0FD42B091168}" destId="{4EBCBA5B-3223-4180-BF6C-5E1A39D225CA}" srcOrd="6" destOrd="0" presId="urn:microsoft.com/office/officeart/2005/8/layout/list1"/>
    <dgm:cxn modelId="{44087373-E862-4B2F-855F-3103999639A6}" type="presParOf" srcId="{A413A548-84E1-4405-A2FD-0FD42B091168}" destId="{56DEFFDA-FB7F-4065-9B9A-1C1F64EB12EB}" srcOrd="7" destOrd="0" presId="urn:microsoft.com/office/officeart/2005/8/layout/list1"/>
    <dgm:cxn modelId="{FC536F61-9963-440F-8E53-9FB4B2D84A59}" type="presParOf" srcId="{A413A548-84E1-4405-A2FD-0FD42B091168}" destId="{2E727557-77B6-40C2-8498-E1933323B2CD}" srcOrd="8" destOrd="0" presId="urn:microsoft.com/office/officeart/2005/8/layout/list1"/>
    <dgm:cxn modelId="{701FA936-B3A5-423D-B9E2-12CA80E6861A}" type="presParOf" srcId="{2E727557-77B6-40C2-8498-E1933323B2CD}" destId="{43D8FC4B-97F0-4F33-B25E-96D4C810CEC0}" srcOrd="0" destOrd="0" presId="urn:microsoft.com/office/officeart/2005/8/layout/list1"/>
    <dgm:cxn modelId="{B74D79C4-8A69-4C56-9A40-81BEEEFAB9BD}" type="presParOf" srcId="{2E727557-77B6-40C2-8498-E1933323B2CD}" destId="{FCE1098F-E0AA-419C-8165-9CF2920A98E1}" srcOrd="1" destOrd="0" presId="urn:microsoft.com/office/officeart/2005/8/layout/list1"/>
    <dgm:cxn modelId="{354B756A-5942-450C-B141-8ACBCFC7612F}" type="presParOf" srcId="{A413A548-84E1-4405-A2FD-0FD42B091168}" destId="{F61F9586-134D-4B1E-AC44-FDFE615815FF}" srcOrd="9" destOrd="0" presId="urn:microsoft.com/office/officeart/2005/8/layout/list1"/>
    <dgm:cxn modelId="{BF36A70B-4E62-405B-BB6F-4D1A426E7B9D}" type="presParOf" srcId="{A413A548-84E1-4405-A2FD-0FD42B091168}" destId="{E2D77F12-EFCF-4AF7-80F2-52F6FCEA0B7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74F5D1E-DDE6-483A-9C43-7F21E36125A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3FA3E7-F55B-4175-9799-4751FD488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Recurrence → efficient inference</a:t>
          </a:r>
        </a:p>
      </dgm:t>
    </dgm:pt>
    <dgm:pt modelId="{51649DC3-7842-4322-80F8-DBC6C37D206E}" type="parTrans" cxnId="{5DFBFC7F-D909-425B-9864-433B969C6BA4}">
      <dgm:prSet/>
      <dgm:spPr/>
      <dgm:t>
        <a:bodyPr/>
        <a:lstStyle/>
        <a:p>
          <a:endParaRPr lang="en-US"/>
        </a:p>
      </dgm:t>
    </dgm:pt>
    <dgm:pt modelId="{8180A892-7087-4AA1-8445-34A7B21F09EA}" type="sibTrans" cxnId="{5DFBFC7F-D909-425B-9864-433B969C6BA4}">
      <dgm:prSet/>
      <dgm:spPr/>
      <dgm:t>
        <a:bodyPr/>
        <a:lstStyle/>
        <a:p>
          <a:endParaRPr lang="en-US"/>
        </a:p>
      </dgm:t>
    </dgm:pt>
    <dgm:pt modelId="{35A6F71C-0E24-433B-82D7-35FED002C5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Unrolled → global convolution (parallel training)</a:t>
          </a:r>
        </a:p>
      </dgm:t>
    </dgm:pt>
    <dgm:pt modelId="{C208E91B-CC35-4F17-939E-A45B50B5A1D3}" type="parTrans" cxnId="{EDF30E31-FE75-4CDF-9CB9-29039EB4F8BD}">
      <dgm:prSet/>
      <dgm:spPr/>
      <dgm:t>
        <a:bodyPr/>
        <a:lstStyle/>
        <a:p>
          <a:endParaRPr lang="en-US"/>
        </a:p>
      </dgm:t>
    </dgm:pt>
    <dgm:pt modelId="{567B5D7E-3DC8-4625-ABC4-7637AD2286C8}" type="sibTrans" cxnId="{EDF30E31-FE75-4CDF-9CB9-29039EB4F8BD}">
      <dgm:prSet/>
      <dgm:spPr/>
      <dgm:t>
        <a:bodyPr/>
        <a:lstStyle/>
        <a:p>
          <a:endParaRPr lang="en-US"/>
        </a:p>
      </dgm:t>
    </dgm:pt>
    <dgm:pt modelId="{F8B4AD68-D621-4B43-9BA7-79844D12A131}" type="pres">
      <dgm:prSet presAssocID="{C74F5D1E-DDE6-483A-9C43-7F21E36125A1}" presName="root" presStyleCnt="0">
        <dgm:presLayoutVars>
          <dgm:dir/>
          <dgm:resizeHandles val="exact"/>
        </dgm:presLayoutVars>
      </dgm:prSet>
      <dgm:spPr/>
    </dgm:pt>
    <dgm:pt modelId="{93AA62C1-9CA5-486F-9E5A-10B78F50FC94}" type="pres">
      <dgm:prSet presAssocID="{8C3FA3E7-F55B-4175-9799-4751FD488793}" presName="compNode" presStyleCnt="0"/>
      <dgm:spPr/>
    </dgm:pt>
    <dgm:pt modelId="{4F7443B0-2D81-49E2-A612-0F716592FC7F}" type="pres">
      <dgm:prSet presAssocID="{8C3FA3E7-F55B-4175-9799-4751FD488793}" presName="bgRect" presStyleLbl="bgShp" presStyleIdx="0" presStyleCnt="2"/>
      <dgm:spPr/>
    </dgm:pt>
    <dgm:pt modelId="{C767A528-E9F9-4368-9385-1B5512C94082}" type="pres">
      <dgm:prSet presAssocID="{8C3FA3E7-F55B-4175-9799-4751FD48879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B9B6665-08CB-414B-B36C-4AC56B0BC60C}" type="pres">
      <dgm:prSet presAssocID="{8C3FA3E7-F55B-4175-9799-4751FD488793}" presName="spaceRect" presStyleCnt="0"/>
      <dgm:spPr/>
    </dgm:pt>
    <dgm:pt modelId="{BE7894E3-3FF7-4B14-8C2F-0C9FBB6BA0E5}" type="pres">
      <dgm:prSet presAssocID="{8C3FA3E7-F55B-4175-9799-4751FD488793}" presName="parTx" presStyleLbl="revTx" presStyleIdx="0" presStyleCnt="2">
        <dgm:presLayoutVars>
          <dgm:chMax val="0"/>
          <dgm:chPref val="0"/>
        </dgm:presLayoutVars>
      </dgm:prSet>
      <dgm:spPr/>
    </dgm:pt>
    <dgm:pt modelId="{12081F76-9EA9-4F7F-A039-BD1C5B6E490E}" type="pres">
      <dgm:prSet presAssocID="{8180A892-7087-4AA1-8445-34A7B21F09EA}" presName="sibTrans" presStyleCnt="0"/>
      <dgm:spPr/>
    </dgm:pt>
    <dgm:pt modelId="{D56B4173-204A-4A8C-AC87-A4967FC7F217}" type="pres">
      <dgm:prSet presAssocID="{35A6F71C-0E24-433B-82D7-35FED002C5AE}" presName="compNode" presStyleCnt="0"/>
      <dgm:spPr/>
    </dgm:pt>
    <dgm:pt modelId="{0C143A5A-D94F-44B6-9682-8CC8E7309432}" type="pres">
      <dgm:prSet presAssocID="{35A6F71C-0E24-433B-82D7-35FED002C5AE}" presName="bgRect" presStyleLbl="bgShp" presStyleIdx="1" presStyleCnt="2"/>
      <dgm:spPr/>
    </dgm:pt>
    <dgm:pt modelId="{58ACA2DC-A2F7-409C-8416-6114EBDCB36A}" type="pres">
      <dgm:prSet presAssocID="{35A6F71C-0E24-433B-82D7-35FED002C5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Πίνακας"/>
        </a:ext>
      </dgm:extLst>
    </dgm:pt>
    <dgm:pt modelId="{FEBACE0D-F4A6-4205-9A9D-95D2C7435C08}" type="pres">
      <dgm:prSet presAssocID="{35A6F71C-0E24-433B-82D7-35FED002C5AE}" presName="spaceRect" presStyleCnt="0"/>
      <dgm:spPr/>
    </dgm:pt>
    <dgm:pt modelId="{B49F2622-EE6C-4289-A2AE-817076D214E4}" type="pres">
      <dgm:prSet presAssocID="{35A6F71C-0E24-433B-82D7-35FED002C5A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DF30E31-FE75-4CDF-9CB9-29039EB4F8BD}" srcId="{C74F5D1E-DDE6-483A-9C43-7F21E36125A1}" destId="{35A6F71C-0E24-433B-82D7-35FED002C5AE}" srcOrd="1" destOrd="0" parTransId="{C208E91B-CC35-4F17-939E-A45B50B5A1D3}" sibTransId="{567B5D7E-3DC8-4625-ABC4-7637AD2286C8}"/>
    <dgm:cxn modelId="{D7E54940-4AFD-4508-8CD7-2A38A1C78135}" type="presOf" srcId="{35A6F71C-0E24-433B-82D7-35FED002C5AE}" destId="{B49F2622-EE6C-4289-A2AE-817076D214E4}" srcOrd="0" destOrd="0" presId="urn:microsoft.com/office/officeart/2018/2/layout/IconVerticalSolidList"/>
    <dgm:cxn modelId="{5DFBFC7F-D909-425B-9864-433B969C6BA4}" srcId="{C74F5D1E-DDE6-483A-9C43-7F21E36125A1}" destId="{8C3FA3E7-F55B-4175-9799-4751FD488793}" srcOrd="0" destOrd="0" parTransId="{51649DC3-7842-4322-80F8-DBC6C37D206E}" sibTransId="{8180A892-7087-4AA1-8445-34A7B21F09EA}"/>
    <dgm:cxn modelId="{22ED1982-1499-4F58-A42D-76D399048366}" type="presOf" srcId="{8C3FA3E7-F55B-4175-9799-4751FD488793}" destId="{BE7894E3-3FF7-4B14-8C2F-0C9FBB6BA0E5}" srcOrd="0" destOrd="0" presId="urn:microsoft.com/office/officeart/2018/2/layout/IconVerticalSolidList"/>
    <dgm:cxn modelId="{D26DA8B0-5252-4E35-AE0B-C9EBD1596210}" type="presOf" srcId="{C74F5D1E-DDE6-483A-9C43-7F21E36125A1}" destId="{F8B4AD68-D621-4B43-9BA7-79844D12A131}" srcOrd="0" destOrd="0" presId="urn:microsoft.com/office/officeart/2018/2/layout/IconVerticalSolidList"/>
    <dgm:cxn modelId="{C630DD29-160A-4D0A-BEEB-BC2F76AA86E6}" type="presParOf" srcId="{F8B4AD68-D621-4B43-9BA7-79844D12A131}" destId="{93AA62C1-9CA5-486F-9E5A-10B78F50FC94}" srcOrd="0" destOrd="0" presId="urn:microsoft.com/office/officeart/2018/2/layout/IconVerticalSolidList"/>
    <dgm:cxn modelId="{E4925087-9791-4531-A98E-9BE33EB7083F}" type="presParOf" srcId="{93AA62C1-9CA5-486F-9E5A-10B78F50FC94}" destId="{4F7443B0-2D81-49E2-A612-0F716592FC7F}" srcOrd="0" destOrd="0" presId="urn:microsoft.com/office/officeart/2018/2/layout/IconVerticalSolidList"/>
    <dgm:cxn modelId="{6B172466-6C80-40CD-97D4-BF1B07EFEE34}" type="presParOf" srcId="{93AA62C1-9CA5-486F-9E5A-10B78F50FC94}" destId="{C767A528-E9F9-4368-9385-1B5512C94082}" srcOrd="1" destOrd="0" presId="urn:microsoft.com/office/officeart/2018/2/layout/IconVerticalSolidList"/>
    <dgm:cxn modelId="{5476278D-108B-4976-9D07-CC56640F727D}" type="presParOf" srcId="{93AA62C1-9CA5-486F-9E5A-10B78F50FC94}" destId="{1B9B6665-08CB-414B-B36C-4AC56B0BC60C}" srcOrd="2" destOrd="0" presId="urn:microsoft.com/office/officeart/2018/2/layout/IconVerticalSolidList"/>
    <dgm:cxn modelId="{83CFAA4A-E174-4423-8F2E-047A2731835C}" type="presParOf" srcId="{93AA62C1-9CA5-486F-9E5A-10B78F50FC94}" destId="{BE7894E3-3FF7-4B14-8C2F-0C9FBB6BA0E5}" srcOrd="3" destOrd="0" presId="urn:microsoft.com/office/officeart/2018/2/layout/IconVerticalSolidList"/>
    <dgm:cxn modelId="{90266C48-3A02-4589-AB88-B0D29FF6FF2D}" type="presParOf" srcId="{F8B4AD68-D621-4B43-9BA7-79844D12A131}" destId="{12081F76-9EA9-4F7F-A039-BD1C5B6E490E}" srcOrd="1" destOrd="0" presId="urn:microsoft.com/office/officeart/2018/2/layout/IconVerticalSolidList"/>
    <dgm:cxn modelId="{7370BC90-3C1A-4B24-B963-6144265C6350}" type="presParOf" srcId="{F8B4AD68-D621-4B43-9BA7-79844D12A131}" destId="{D56B4173-204A-4A8C-AC87-A4967FC7F217}" srcOrd="2" destOrd="0" presId="urn:microsoft.com/office/officeart/2018/2/layout/IconVerticalSolidList"/>
    <dgm:cxn modelId="{5288454B-5DD9-4E2E-8D27-FA2037422A56}" type="presParOf" srcId="{D56B4173-204A-4A8C-AC87-A4967FC7F217}" destId="{0C143A5A-D94F-44B6-9682-8CC8E7309432}" srcOrd="0" destOrd="0" presId="urn:microsoft.com/office/officeart/2018/2/layout/IconVerticalSolidList"/>
    <dgm:cxn modelId="{DE368BDD-AF97-4F51-8B46-88CA4656B888}" type="presParOf" srcId="{D56B4173-204A-4A8C-AC87-A4967FC7F217}" destId="{58ACA2DC-A2F7-409C-8416-6114EBDCB36A}" srcOrd="1" destOrd="0" presId="urn:microsoft.com/office/officeart/2018/2/layout/IconVerticalSolidList"/>
    <dgm:cxn modelId="{3CFCD708-949A-4675-A864-41B4EBAF5737}" type="presParOf" srcId="{D56B4173-204A-4A8C-AC87-A4967FC7F217}" destId="{FEBACE0D-F4A6-4205-9A9D-95D2C7435C08}" srcOrd="2" destOrd="0" presId="urn:microsoft.com/office/officeart/2018/2/layout/IconVerticalSolidList"/>
    <dgm:cxn modelId="{24FDA363-C55F-45E9-B77F-C3F49B6C9408}" type="presParOf" srcId="{D56B4173-204A-4A8C-AC87-A4967FC7F217}" destId="{B49F2622-EE6C-4289-A2AE-817076D214E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34D3C0A-371D-44E8-8976-7F433B73769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A9A7EA-82C0-4C15-B3AD-6D72A42F57E8}">
      <dgm:prSet/>
      <dgm:spPr/>
      <dgm:t>
        <a:bodyPr/>
        <a:lstStyle/>
        <a:p>
          <a:r>
            <a:rPr lang="en-US"/>
            <a:t>Direct 1D → 2D adaptation hard: </a:t>
          </a:r>
        </a:p>
      </dgm:t>
    </dgm:pt>
    <dgm:pt modelId="{D23CDE84-F6CF-4ABE-B986-FE3B25F8CD6B}" type="parTrans" cxnId="{AF35DB2B-AE7C-4BA1-9FE6-929058CE01E8}">
      <dgm:prSet/>
      <dgm:spPr/>
      <dgm:t>
        <a:bodyPr/>
        <a:lstStyle/>
        <a:p>
          <a:endParaRPr lang="en-US"/>
        </a:p>
      </dgm:t>
    </dgm:pt>
    <dgm:pt modelId="{429A1000-E844-4ED9-B5AB-15236E93D1D8}" type="sibTrans" cxnId="{AF35DB2B-AE7C-4BA1-9FE6-929058CE01E8}">
      <dgm:prSet/>
      <dgm:spPr/>
      <dgm:t>
        <a:bodyPr/>
        <a:lstStyle/>
        <a:p>
          <a:endParaRPr lang="en-US"/>
        </a:p>
      </dgm:t>
    </dgm:pt>
    <dgm:pt modelId="{A571F34A-3536-44B9-8BEA-B6AC4FFC0909}">
      <dgm:prSet/>
      <dgm:spPr/>
      <dgm:t>
        <a:bodyPr/>
        <a:lstStyle/>
        <a:p>
          <a:r>
            <a:rPr lang="en-US"/>
            <a:t>Images are non-causal, isotropic </a:t>
          </a:r>
        </a:p>
      </dgm:t>
    </dgm:pt>
    <dgm:pt modelId="{DA0086C2-3FE9-4C25-9B9A-08D46D360E5F}" type="parTrans" cxnId="{98DD02CC-455F-4782-87E8-487E3FABD527}">
      <dgm:prSet/>
      <dgm:spPr/>
      <dgm:t>
        <a:bodyPr/>
        <a:lstStyle/>
        <a:p>
          <a:endParaRPr lang="en-US"/>
        </a:p>
      </dgm:t>
    </dgm:pt>
    <dgm:pt modelId="{AEBC07E0-6FBC-4FC5-8618-8B034E99702E}" type="sibTrans" cxnId="{98DD02CC-455F-4782-87E8-487E3FABD527}">
      <dgm:prSet/>
      <dgm:spPr/>
      <dgm:t>
        <a:bodyPr/>
        <a:lstStyle/>
        <a:p>
          <a:endParaRPr lang="en-US"/>
        </a:p>
      </dgm:t>
    </dgm:pt>
    <dgm:pt modelId="{17E61831-ECC3-43D8-A7F9-1651E9A7E4BD}">
      <dgm:prSet/>
      <dgm:spPr/>
      <dgm:t>
        <a:bodyPr/>
        <a:lstStyle/>
        <a:p>
          <a:r>
            <a:rPr lang="en-US"/>
            <a:t>Bidirectional context needed</a:t>
          </a:r>
        </a:p>
      </dgm:t>
    </dgm:pt>
    <dgm:pt modelId="{33C1F727-C9FB-4DF7-9D8E-C19FA35BBBDE}" type="parTrans" cxnId="{7317FE69-5863-405A-938D-537A4CAE4D0F}">
      <dgm:prSet/>
      <dgm:spPr/>
      <dgm:t>
        <a:bodyPr/>
        <a:lstStyle/>
        <a:p>
          <a:endParaRPr lang="en-US"/>
        </a:p>
      </dgm:t>
    </dgm:pt>
    <dgm:pt modelId="{AEB05436-56AC-4252-80C8-A8DAF830ACDD}" type="sibTrans" cxnId="{7317FE69-5863-405A-938D-537A4CAE4D0F}">
      <dgm:prSet/>
      <dgm:spPr/>
      <dgm:t>
        <a:bodyPr/>
        <a:lstStyle/>
        <a:p>
          <a:endParaRPr lang="en-US"/>
        </a:p>
      </dgm:t>
    </dgm:pt>
    <dgm:pt modelId="{EF2A840D-3754-441D-9178-6642182C3D81}">
      <dgm:prSet/>
      <dgm:spPr/>
      <dgm:t>
        <a:bodyPr/>
        <a:lstStyle/>
        <a:p>
          <a:r>
            <a:rPr lang="en-US"/>
            <a:t>Early attempts (Vim, VMamba): </a:t>
          </a:r>
        </a:p>
      </dgm:t>
    </dgm:pt>
    <dgm:pt modelId="{36D27BB9-4891-4158-AC6A-41EEE9E89CE2}" type="parTrans" cxnId="{E389B08E-6B7C-45D5-9B9E-C99388868EB2}">
      <dgm:prSet/>
      <dgm:spPr/>
      <dgm:t>
        <a:bodyPr/>
        <a:lstStyle/>
        <a:p>
          <a:endParaRPr lang="en-US"/>
        </a:p>
      </dgm:t>
    </dgm:pt>
    <dgm:pt modelId="{48D459E2-E900-4F9D-A278-C1CC6CA048D2}" type="sibTrans" cxnId="{E389B08E-6B7C-45D5-9B9E-C99388868EB2}">
      <dgm:prSet/>
      <dgm:spPr/>
      <dgm:t>
        <a:bodyPr/>
        <a:lstStyle/>
        <a:p>
          <a:endParaRPr lang="en-US"/>
        </a:p>
      </dgm:t>
    </dgm:pt>
    <dgm:pt modelId="{1F56CB35-D377-469F-8758-4927804465DD}">
      <dgm:prSet/>
      <dgm:spPr/>
      <dgm:t>
        <a:bodyPr/>
        <a:lstStyle/>
        <a:p>
          <a:r>
            <a:rPr lang="en-US"/>
            <a:t>Bi-/cross-scan</a:t>
          </a:r>
        </a:p>
      </dgm:t>
    </dgm:pt>
    <dgm:pt modelId="{A69A0FCF-ADD9-49BC-AEC5-B5F6B03A2017}" type="parTrans" cxnId="{B67EA558-2743-4779-BD70-AA6CD343E837}">
      <dgm:prSet/>
      <dgm:spPr/>
      <dgm:t>
        <a:bodyPr/>
        <a:lstStyle/>
        <a:p>
          <a:endParaRPr lang="en-US"/>
        </a:p>
      </dgm:t>
    </dgm:pt>
    <dgm:pt modelId="{952A97F4-051A-428C-969D-1CEB8A58FAE7}" type="sibTrans" cxnId="{B67EA558-2743-4779-BD70-AA6CD343E837}">
      <dgm:prSet/>
      <dgm:spPr/>
      <dgm:t>
        <a:bodyPr/>
        <a:lstStyle/>
        <a:p>
          <a:endParaRPr lang="en-US"/>
        </a:p>
      </dgm:t>
    </dgm:pt>
    <dgm:pt modelId="{B6FB1163-911F-4C81-9326-20A4180C5348}">
      <dgm:prSet/>
      <dgm:spPr/>
      <dgm:t>
        <a:bodyPr/>
        <a:lstStyle/>
        <a:p>
          <a:r>
            <a:rPr lang="en-US"/>
            <a:t>latency overhead </a:t>
          </a:r>
        </a:p>
      </dgm:t>
    </dgm:pt>
    <dgm:pt modelId="{02A273CC-B3B6-4418-A65B-139260DD4592}" type="parTrans" cxnId="{340419CD-85F3-47B6-9369-A858509077BE}">
      <dgm:prSet/>
      <dgm:spPr/>
      <dgm:t>
        <a:bodyPr/>
        <a:lstStyle/>
        <a:p>
          <a:endParaRPr lang="en-US"/>
        </a:p>
      </dgm:t>
    </dgm:pt>
    <dgm:pt modelId="{6914064B-1562-4FE4-931D-72941E762D3F}" type="sibTrans" cxnId="{340419CD-85F3-47B6-9369-A858509077BE}">
      <dgm:prSet/>
      <dgm:spPr/>
      <dgm:t>
        <a:bodyPr/>
        <a:lstStyle/>
        <a:p>
          <a:endParaRPr lang="en-US"/>
        </a:p>
      </dgm:t>
    </dgm:pt>
    <dgm:pt modelId="{64B2AA85-6E72-43EE-8EE1-585292E80D08}">
      <dgm:prSet/>
      <dgm:spPr/>
      <dgm:t>
        <a:bodyPr/>
        <a:lstStyle/>
        <a:p>
          <a:r>
            <a:rPr lang="en-US"/>
            <a:t>incomplete global context</a:t>
          </a:r>
        </a:p>
      </dgm:t>
    </dgm:pt>
    <dgm:pt modelId="{8EA6BEC4-E9B3-44AC-B79D-94268C572EAA}" type="parTrans" cxnId="{887E9E13-01B1-4786-9B61-DA1C084F3EB2}">
      <dgm:prSet/>
      <dgm:spPr/>
      <dgm:t>
        <a:bodyPr/>
        <a:lstStyle/>
        <a:p>
          <a:endParaRPr lang="en-US"/>
        </a:p>
      </dgm:t>
    </dgm:pt>
    <dgm:pt modelId="{3DDF3172-CB9A-453B-B0EC-9FAA0C68CE06}" type="sibTrans" cxnId="{887E9E13-01B1-4786-9B61-DA1C084F3EB2}">
      <dgm:prSet/>
      <dgm:spPr/>
      <dgm:t>
        <a:bodyPr/>
        <a:lstStyle/>
        <a:p>
          <a:endParaRPr lang="en-US"/>
        </a:p>
      </dgm:t>
    </dgm:pt>
    <dgm:pt modelId="{8D90DCE9-3D04-4462-87BA-675FBA37117E}">
      <dgm:prSet/>
      <dgm:spPr/>
      <dgm:t>
        <a:bodyPr/>
        <a:lstStyle/>
        <a:p>
          <a:r>
            <a:rPr lang="en-US"/>
            <a:t>MambaVision insight: </a:t>
          </a:r>
        </a:p>
      </dgm:t>
    </dgm:pt>
    <dgm:pt modelId="{06B4112B-F816-43C4-A876-2F8C7A223820}" type="parTrans" cxnId="{F1A5CA8C-949A-4211-8055-6D170954D2AC}">
      <dgm:prSet/>
      <dgm:spPr/>
      <dgm:t>
        <a:bodyPr/>
        <a:lstStyle/>
        <a:p>
          <a:endParaRPr lang="en-US"/>
        </a:p>
      </dgm:t>
    </dgm:pt>
    <dgm:pt modelId="{48151101-9F3C-41EF-8822-B2E2FC4174D3}" type="sibTrans" cxnId="{F1A5CA8C-949A-4211-8055-6D170954D2AC}">
      <dgm:prSet/>
      <dgm:spPr/>
      <dgm:t>
        <a:bodyPr/>
        <a:lstStyle/>
        <a:p>
          <a:endParaRPr lang="en-US"/>
        </a:p>
      </dgm:t>
    </dgm:pt>
    <dgm:pt modelId="{55BF6CF6-F2BD-478D-8CA0-D58C9C933707}">
      <dgm:prSet/>
      <dgm:spPr/>
      <dgm:t>
        <a:bodyPr/>
        <a:lstStyle/>
        <a:p>
          <a:r>
            <a:rPr lang="en-US"/>
            <a:t>Hybrid </a:t>
          </a:r>
        </a:p>
      </dgm:t>
    </dgm:pt>
    <dgm:pt modelId="{217691BE-77BA-46AB-B2D5-587D0151A479}" type="parTrans" cxnId="{6FC0CB99-42AD-414A-A1B3-64A576D93DCE}">
      <dgm:prSet/>
      <dgm:spPr/>
      <dgm:t>
        <a:bodyPr/>
        <a:lstStyle/>
        <a:p>
          <a:endParaRPr lang="en-US"/>
        </a:p>
      </dgm:t>
    </dgm:pt>
    <dgm:pt modelId="{C05C4672-F1D1-4DC8-9618-DEDBFFC655A7}" type="sibTrans" cxnId="{6FC0CB99-42AD-414A-A1B3-64A576D93DCE}">
      <dgm:prSet/>
      <dgm:spPr/>
      <dgm:t>
        <a:bodyPr/>
        <a:lstStyle/>
        <a:p>
          <a:endParaRPr lang="en-US"/>
        </a:p>
      </dgm:t>
    </dgm:pt>
    <dgm:pt modelId="{AAFC30D5-0472-4BFE-8063-CBBBC8BE5DF5}">
      <dgm:prSet/>
      <dgm:spPr/>
      <dgm:t>
        <a:bodyPr/>
        <a:lstStyle/>
        <a:p>
          <a:r>
            <a:rPr lang="en-US"/>
            <a:t>Best-of-both-worlds</a:t>
          </a:r>
        </a:p>
      </dgm:t>
    </dgm:pt>
    <dgm:pt modelId="{2D954235-99B0-49F2-9F63-D901DEFDDC0A}" type="parTrans" cxnId="{84F6183F-0BFC-4870-B7F0-A263D6F147FF}">
      <dgm:prSet/>
      <dgm:spPr/>
      <dgm:t>
        <a:bodyPr/>
        <a:lstStyle/>
        <a:p>
          <a:endParaRPr lang="en-US"/>
        </a:p>
      </dgm:t>
    </dgm:pt>
    <dgm:pt modelId="{0AAF485A-CAE6-44C3-BA33-EBB28A896176}" type="sibTrans" cxnId="{84F6183F-0BFC-4870-B7F0-A263D6F147FF}">
      <dgm:prSet/>
      <dgm:spPr/>
      <dgm:t>
        <a:bodyPr/>
        <a:lstStyle/>
        <a:p>
          <a:endParaRPr lang="en-US"/>
        </a:p>
      </dgm:t>
    </dgm:pt>
    <dgm:pt modelId="{708F5E81-0B17-45D1-BF92-3B342825777D}" type="pres">
      <dgm:prSet presAssocID="{C34D3C0A-371D-44E8-8976-7F433B737698}" presName="Name0" presStyleCnt="0">
        <dgm:presLayoutVars>
          <dgm:dir/>
          <dgm:animLvl val="lvl"/>
          <dgm:resizeHandles val="exact"/>
        </dgm:presLayoutVars>
      </dgm:prSet>
      <dgm:spPr/>
    </dgm:pt>
    <dgm:pt modelId="{CB542069-5E13-4773-8B12-91B242FEE697}" type="pres">
      <dgm:prSet presAssocID="{A8A9A7EA-82C0-4C15-B3AD-6D72A42F57E8}" presName="linNode" presStyleCnt="0"/>
      <dgm:spPr/>
    </dgm:pt>
    <dgm:pt modelId="{70310D42-EDF3-4C3C-898C-8053E30B1506}" type="pres">
      <dgm:prSet presAssocID="{A8A9A7EA-82C0-4C15-B3AD-6D72A42F57E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20C96E9-0808-4C54-A27C-0BAB9121A27D}" type="pres">
      <dgm:prSet presAssocID="{A8A9A7EA-82C0-4C15-B3AD-6D72A42F57E8}" presName="descendantText" presStyleLbl="alignAccFollowNode1" presStyleIdx="0" presStyleCnt="3">
        <dgm:presLayoutVars>
          <dgm:bulletEnabled val="1"/>
        </dgm:presLayoutVars>
      </dgm:prSet>
      <dgm:spPr/>
    </dgm:pt>
    <dgm:pt modelId="{61637A45-FD3C-4669-B4EF-0EE1F580AFC0}" type="pres">
      <dgm:prSet presAssocID="{429A1000-E844-4ED9-B5AB-15236E93D1D8}" presName="sp" presStyleCnt="0"/>
      <dgm:spPr/>
    </dgm:pt>
    <dgm:pt modelId="{FF32F705-EB07-471C-B01B-D277526D0747}" type="pres">
      <dgm:prSet presAssocID="{EF2A840D-3754-441D-9178-6642182C3D81}" presName="linNode" presStyleCnt="0"/>
      <dgm:spPr/>
    </dgm:pt>
    <dgm:pt modelId="{9B34E134-8EB9-4F2A-9D91-A079EDE784E1}" type="pres">
      <dgm:prSet presAssocID="{EF2A840D-3754-441D-9178-6642182C3D81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07F4802-C5EE-43A2-AE57-26E5A958DD8D}" type="pres">
      <dgm:prSet presAssocID="{EF2A840D-3754-441D-9178-6642182C3D81}" presName="descendantText" presStyleLbl="alignAccFollowNode1" presStyleIdx="1" presStyleCnt="3">
        <dgm:presLayoutVars>
          <dgm:bulletEnabled val="1"/>
        </dgm:presLayoutVars>
      </dgm:prSet>
      <dgm:spPr/>
    </dgm:pt>
    <dgm:pt modelId="{49F9B8E2-5DA9-42BF-AFA8-05132E044A28}" type="pres">
      <dgm:prSet presAssocID="{48D459E2-E900-4F9D-A278-C1CC6CA048D2}" presName="sp" presStyleCnt="0"/>
      <dgm:spPr/>
    </dgm:pt>
    <dgm:pt modelId="{1924C9EA-5F09-4D39-8E36-93B1F3C4151A}" type="pres">
      <dgm:prSet presAssocID="{8D90DCE9-3D04-4462-87BA-675FBA37117E}" presName="linNode" presStyleCnt="0"/>
      <dgm:spPr/>
    </dgm:pt>
    <dgm:pt modelId="{6C316488-EDD8-41DA-BA79-6B6E7D86D5CA}" type="pres">
      <dgm:prSet presAssocID="{8D90DCE9-3D04-4462-87BA-675FBA37117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D40E6BF-EBD5-47E6-A2BC-8E30BE0C4BBE}" type="pres">
      <dgm:prSet presAssocID="{8D90DCE9-3D04-4462-87BA-675FBA37117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9A80913-D7DD-416C-834A-4ADE5A612153}" type="presOf" srcId="{AAFC30D5-0472-4BFE-8063-CBBBC8BE5DF5}" destId="{CD40E6BF-EBD5-47E6-A2BC-8E30BE0C4BBE}" srcOrd="0" destOrd="1" presId="urn:microsoft.com/office/officeart/2005/8/layout/vList5"/>
    <dgm:cxn modelId="{887E9E13-01B1-4786-9B61-DA1C084F3EB2}" srcId="{EF2A840D-3754-441D-9178-6642182C3D81}" destId="{64B2AA85-6E72-43EE-8EE1-585292E80D08}" srcOrd="2" destOrd="0" parTransId="{8EA6BEC4-E9B3-44AC-B79D-94268C572EAA}" sibTransId="{3DDF3172-CB9A-453B-B0EC-9FAA0C68CE06}"/>
    <dgm:cxn modelId="{A2B0D918-C438-4859-8567-4368A469028D}" type="presOf" srcId="{C34D3C0A-371D-44E8-8976-7F433B737698}" destId="{708F5E81-0B17-45D1-BF92-3B342825777D}" srcOrd="0" destOrd="0" presId="urn:microsoft.com/office/officeart/2005/8/layout/vList5"/>
    <dgm:cxn modelId="{A509A91A-5772-4046-80C4-AE53A77ED60A}" type="presOf" srcId="{64B2AA85-6E72-43EE-8EE1-585292E80D08}" destId="{407F4802-C5EE-43A2-AE57-26E5A958DD8D}" srcOrd="0" destOrd="2" presId="urn:microsoft.com/office/officeart/2005/8/layout/vList5"/>
    <dgm:cxn modelId="{99BBD522-8262-4AF3-8D16-C47A40BBBAF2}" type="presOf" srcId="{55BF6CF6-F2BD-478D-8CA0-D58C9C933707}" destId="{CD40E6BF-EBD5-47E6-A2BC-8E30BE0C4BBE}" srcOrd="0" destOrd="0" presId="urn:microsoft.com/office/officeart/2005/8/layout/vList5"/>
    <dgm:cxn modelId="{7FC17829-A0DD-4154-A437-9F63680FF46E}" type="presOf" srcId="{EF2A840D-3754-441D-9178-6642182C3D81}" destId="{9B34E134-8EB9-4F2A-9D91-A079EDE784E1}" srcOrd="0" destOrd="0" presId="urn:microsoft.com/office/officeart/2005/8/layout/vList5"/>
    <dgm:cxn modelId="{AF35DB2B-AE7C-4BA1-9FE6-929058CE01E8}" srcId="{C34D3C0A-371D-44E8-8976-7F433B737698}" destId="{A8A9A7EA-82C0-4C15-B3AD-6D72A42F57E8}" srcOrd="0" destOrd="0" parTransId="{D23CDE84-F6CF-4ABE-B986-FE3B25F8CD6B}" sibTransId="{429A1000-E844-4ED9-B5AB-15236E93D1D8}"/>
    <dgm:cxn modelId="{84F6183F-0BFC-4870-B7F0-A263D6F147FF}" srcId="{8D90DCE9-3D04-4462-87BA-675FBA37117E}" destId="{AAFC30D5-0472-4BFE-8063-CBBBC8BE5DF5}" srcOrd="1" destOrd="0" parTransId="{2D954235-99B0-49F2-9F63-D901DEFDDC0A}" sibTransId="{0AAF485A-CAE6-44C3-BA33-EBB28A896176}"/>
    <dgm:cxn modelId="{846C8C49-F8F8-4030-A8A0-9A3BA76A46EC}" type="presOf" srcId="{17E61831-ECC3-43D8-A7F9-1651E9A7E4BD}" destId="{B20C96E9-0808-4C54-A27C-0BAB9121A27D}" srcOrd="0" destOrd="1" presId="urn:microsoft.com/office/officeart/2005/8/layout/vList5"/>
    <dgm:cxn modelId="{7317FE69-5863-405A-938D-537A4CAE4D0F}" srcId="{A8A9A7EA-82C0-4C15-B3AD-6D72A42F57E8}" destId="{17E61831-ECC3-43D8-A7F9-1651E9A7E4BD}" srcOrd="1" destOrd="0" parTransId="{33C1F727-C9FB-4DF7-9D8E-C19FA35BBBDE}" sibTransId="{AEB05436-56AC-4252-80C8-A8DAF830ACDD}"/>
    <dgm:cxn modelId="{10F74F6A-A328-4C29-B45F-6487F1B8612B}" type="presOf" srcId="{1F56CB35-D377-469F-8758-4927804465DD}" destId="{407F4802-C5EE-43A2-AE57-26E5A958DD8D}" srcOrd="0" destOrd="0" presId="urn:microsoft.com/office/officeart/2005/8/layout/vList5"/>
    <dgm:cxn modelId="{C81A6E6C-2687-43A1-87AC-CB310E322C4D}" type="presOf" srcId="{B6FB1163-911F-4C81-9326-20A4180C5348}" destId="{407F4802-C5EE-43A2-AE57-26E5A958DD8D}" srcOrd="0" destOrd="1" presId="urn:microsoft.com/office/officeart/2005/8/layout/vList5"/>
    <dgm:cxn modelId="{B5E78F54-7E33-4B36-A680-A8F36C27340B}" type="presOf" srcId="{8D90DCE9-3D04-4462-87BA-675FBA37117E}" destId="{6C316488-EDD8-41DA-BA79-6B6E7D86D5CA}" srcOrd="0" destOrd="0" presId="urn:microsoft.com/office/officeart/2005/8/layout/vList5"/>
    <dgm:cxn modelId="{B67EA558-2743-4779-BD70-AA6CD343E837}" srcId="{EF2A840D-3754-441D-9178-6642182C3D81}" destId="{1F56CB35-D377-469F-8758-4927804465DD}" srcOrd="0" destOrd="0" parTransId="{A69A0FCF-ADD9-49BC-AEC5-B5F6B03A2017}" sibTransId="{952A97F4-051A-428C-969D-1CEB8A58FAE7}"/>
    <dgm:cxn modelId="{F1A5CA8C-949A-4211-8055-6D170954D2AC}" srcId="{C34D3C0A-371D-44E8-8976-7F433B737698}" destId="{8D90DCE9-3D04-4462-87BA-675FBA37117E}" srcOrd="2" destOrd="0" parTransId="{06B4112B-F816-43C4-A876-2F8C7A223820}" sibTransId="{48151101-9F3C-41EF-8822-B2E2FC4174D3}"/>
    <dgm:cxn modelId="{E389B08E-6B7C-45D5-9B9E-C99388868EB2}" srcId="{C34D3C0A-371D-44E8-8976-7F433B737698}" destId="{EF2A840D-3754-441D-9178-6642182C3D81}" srcOrd="1" destOrd="0" parTransId="{36D27BB9-4891-4158-AC6A-41EEE9E89CE2}" sibTransId="{48D459E2-E900-4F9D-A278-C1CC6CA048D2}"/>
    <dgm:cxn modelId="{10810D98-75F2-4DC0-8696-E21D3FBB2D36}" type="presOf" srcId="{A8A9A7EA-82C0-4C15-B3AD-6D72A42F57E8}" destId="{70310D42-EDF3-4C3C-898C-8053E30B1506}" srcOrd="0" destOrd="0" presId="urn:microsoft.com/office/officeart/2005/8/layout/vList5"/>
    <dgm:cxn modelId="{6FC0CB99-42AD-414A-A1B3-64A576D93DCE}" srcId="{8D90DCE9-3D04-4462-87BA-675FBA37117E}" destId="{55BF6CF6-F2BD-478D-8CA0-D58C9C933707}" srcOrd="0" destOrd="0" parTransId="{217691BE-77BA-46AB-B2D5-587D0151A479}" sibTransId="{C05C4672-F1D1-4DC8-9618-DEDBFFC655A7}"/>
    <dgm:cxn modelId="{98DD02CC-455F-4782-87E8-487E3FABD527}" srcId="{A8A9A7EA-82C0-4C15-B3AD-6D72A42F57E8}" destId="{A571F34A-3536-44B9-8BEA-B6AC4FFC0909}" srcOrd="0" destOrd="0" parTransId="{DA0086C2-3FE9-4C25-9B9A-08D46D360E5F}" sibTransId="{AEBC07E0-6FBC-4FC5-8618-8B034E99702E}"/>
    <dgm:cxn modelId="{340419CD-85F3-47B6-9369-A858509077BE}" srcId="{EF2A840D-3754-441D-9178-6642182C3D81}" destId="{B6FB1163-911F-4C81-9326-20A4180C5348}" srcOrd="1" destOrd="0" parTransId="{02A273CC-B3B6-4418-A65B-139260DD4592}" sibTransId="{6914064B-1562-4FE4-931D-72941E762D3F}"/>
    <dgm:cxn modelId="{C1B74DE3-7580-4953-B5F9-387826A185C2}" type="presOf" srcId="{A571F34A-3536-44B9-8BEA-B6AC4FFC0909}" destId="{B20C96E9-0808-4C54-A27C-0BAB9121A27D}" srcOrd="0" destOrd="0" presId="urn:microsoft.com/office/officeart/2005/8/layout/vList5"/>
    <dgm:cxn modelId="{8FA7F4A6-02B5-47D7-B566-C9EECDB655E5}" type="presParOf" srcId="{708F5E81-0B17-45D1-BF92-3B342825777D}" destId="{CB542069-5E13-4773-8B12-91B242FEE697}" srcOrd="0" destOrd="0" presId="urn:microsoft.com/office/officeart/2005/8/layout/vList5"/>
    <dgm:cxn modelId="{995C968F-4B3B-4764-810C-E0A6412A200D}" type="presParOf" srcId="{CB542069-5E13-4773-8B12-91B242FEE697}" destId="{70310D42-EDF3-4C3C-898C-8053E30B1506}" srcOrd="0" destOrd="0" presId="urn:microsoft.com/office/officeart/2005/8/layout/vList5"/>
    <dgm:cxn modelId="{FC4BBE1C-1385-4FDE-8767-34D8BCC48CA5}" type="presParOf" srcId="{CB542069-5E13-4773-8B12-91B242FEE697}" destId="{B20C96E9-0808-4C54-A27C-0BAB9121A27D}" srcOrd="1" destOrd="0" presId="urn:microsoft.com/office/officeart/2005/8/layout/vList5"/>
    <dgm:cxn modelId="{91F9A290-522D-4411-A1DF-BC04129D329B}" type="presParOf" srcId="{708F5E81-0B17-45D1-BF92-3B342825777D}" destId="{61637A45-FD3C-4669-B4EF-0EE1F580AFC0}" srcOrd="1" destOrd="0" presId="urn:microsoft.com/office/officeart/2005/8/layout/vList5"/>
    <dgm:cxn modelId="{EFB3DC03-84BE-43EF-A7DE-14D7DA9935DC}" type="presParOf" srcId="{708F5E81-0B17-45D1-BF92-3B342825777D}" destId="{FF32F705-EB07-471C-B01B-D277526D0747}" srcOrd="2" destOrd="0" presId="urn:microsoft.com/office/officeart/2005/8/layout/vList5"/>
    <dgm:cxn modelId="{8D35FC05-64DF-4187-8C08-640BC69594FC}" type="presParOf" srcId="{FF32F705-EB07-471C-B01B-D277526D0747}" destId="{9B34E134-8EB9-4F2A-9D91-A079EDE784E1}" srcOrd="0" destOrd="0" presId="urn:microsoft.com/office/officeart/2005/8/layout/vList5"/>
    <dgm:cxn modelId="{5958F91D-F3CB-4E2F-8F10-994DB6F74532}" type="presParOf" srcId="{FF32F705-EB07-471C-B01B-D277526D0747}" destId="{407F4802-C5EE-43A2-AE57-26E5A958DD8D}" srcOrd="1" destOrd="0" presId="urn:microsoft.com/office/officeart/2005/8/layout/vList5"/>
    <dgm:cxn modelId="{FC16E7EB-2F4A-42CD-A713-8438F9D7C763}" type="presParOf" srcId="{708F5E81-0B17-45D1-BF92-3B342825777D}" destId="{49F9B8E2-5DA9-42BF-AFA8-05132E044A28}" srcOrd="3" destOrd="0" presId="urn:microsoft.com/office/officeart/2005/8/layout/vList5"/>
    <dgm:cxn modelId="{65A83CC8-A637-4C40-8D0B-FA095059C9D0}" type="presParOf" srcId="{708F5E81-0B17-45D1-BF92-3B342825777D}" destId="{1924C9EA-5F09-4D39-8E36-93B1F3C4151A}" srcOrd="4" destOrd="0" presId="urn:microsoft.com/office/officeart/2005/8/layout/vList5"/>
    <dgm:cxn modelId="{6008A14A-63F4-4F72-B3CB-05A3A773D909}" type="presParOf" srcId="{1924C9EA-5F09-4D39-8E36-93B1F3C4151A}" destId="{6C316488-EDD8-41DA-BA79-6B6E7D86D5CA}" srcOrd="0" destOrd="0" presId="urn:microsoft.com/office/officeart/2005/8/layout/vList5"/>
    <dgm:cxn modelId="{41C7F948-0A05-4C5D-A79C-3006DD544E55}" type="presParOf" srcId="{1924C9EA-5F09-4D39-8E36-93B1F3C4151A}" destId="{CD40E6BF-EBD5-47E6-A2BC-8E30BE0C4B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B796C91-5073-42B5-B398-A46F42D199FC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350423-F1E1-46F4-B472-7DDB56DF41F3}">
      <dgm:prSet/>
      <dgm:spPr/>
      <dgm:t>
        <a:bodyPr/>
        <a:lstStyle/>
        <a:p>
          <a:r>
            <a:rPr lang="en-US"/>
            <a:t>Unidirectional recurrence vs. isotropic image context</a:t>
          </a:r>
        </a:p>
      </dgm:t>
    </dgm:pt>
    <dgm:pt modelId="{B420EB1A-16DB-4907-8721-E49330539DD0}" type="parTrans" cxnId="{62F0CF1A-5911-4D96-A23E-C5E08EE12BF0}">
      <dgm:prSet/>
      <dgm:spPr/>
      <dgm:t>
        <a:bodyPr/>
        <a:lstStyle/>
        <a:p>
          <a:endParaRPr lang="en-US"/>
        </a:p>
      </dgm:t>
    </dgm:pt>
    <dgm:pt modelId="{B12154BF-2D04-4431-8E67-9607D86CB7F3}" type="sibTrans" cxnId="{62F0CF1A-5911-4D96-A23E-C5E08EE12BF0}">
      <dgm:prSet/>
      <dgm:spPr/>
      <dgm:t>
        <a:bodyPr/>
        <a:lstStyle/>
        <a:p>
          <a:endParaRPr lang="en-US"/>
        </a:p>
      </dgm:t>
    </dgm:pt>
    <dgm:pt modelId="{F1B85552-A587-4845-9459-FC0E41EED9AC}">
      <dgm:prSet/>
      <dgm:spPr/>
      <dgm:t>
        <a:bodyPr/>
        <a:lstStyle/>
        <a:p>
          <a:r>
            <a:rPr lang="en-US"/>
            <a:t>Information dilution over long flattened sequences</a:t>
          </a:r>
        </a:p>
      </dgm:t>
    </dgm:pt>
    <dgm:pt modelId="{0187EAF7-2CF3-4D4E-BFAD-2EB9F3372CC0}" type="parTrans" cxnId="{169B0B93-3467-41A6-868D-0840DEF39596}">
      <dgm:prSet/>
      <dgm:spPr/>
      <dgm:t>
        <a:bodyPr/>
        <a:lstStyle/>
        <a:p>
          <a:endParaRPr lang="en-US"/>
        </a:p>
      </dgm:t>
    </dgm:pt>
    <dgm:pt modelId="{DA5B032B-4D35-4064-8F27-04D097D919E0}" type="sibTrans" cxnId="{169B0B93-3467-41A6-868D-0840DEF39596}">
      <dgm:prSet/>
      <dgm:spPr/>
      <dgm:t>
        <a:bodyPr/>
        <a:lstStyle/>
        <a:p>
          <a:endParaRPr lang="en-US"/>
        </a:p>
      </dgm:t>
    </dgm:pt>
    <dgm:pt modelId="{0833B128-42A7-4B3F-80A8-AE9DF74CE50C}">
      <dgm:prSet/>
      <dgm:spPr/>
      <dgm:t>
        <a:bodyPr/>
        <a:lstStyle/>
        <a:p>
          <a:r>
            <a:rPr lang="en-US" dirty="0" err="1"/>
            <a:t>MambaVision</a:t>
          </a:r>
          <a:r>
            <a:rPr lang="en-US" dirty="0"/>
            <a:t> solution</a:t>
          </a:r>
        </a:p>
      </dgm:t>
    </dgm:pt>
    <dgm:pt modelId="{A469C008-C444-4216-84C8-EC954F893840}" type="parTrans" cxnId="{71BA373D-D5F3-40FF-88FD-8B0ECE8F4CD8}">
      <dgm:prSet/>
      <dgm:spPr/>
      <dgm:t>
        <a:bodyPr/>
        <a:lstStyle/>
        <a:p>
          <a:endParaRPr lang="en-US"/>
        </a:p>
      </dgm:t>
    </dgm:pt>
    <dgm:pt modelId="{A19FE912-E2BC-4EA1-8E31-F84B0D49B06F}" type="sibTrans" cxnId="{71BA373D-D5F3-40FF-88FD-8B0ECE8F4CD8}">
      <dgm:prSet/>
      <dgm:spPr/>
      <dgm:t>
        <a:bodyPr/>
        <a:lstStyle/>
        <a:p>
          <a:endParaRPr lang="en-US"/>
        </a:p>
      </dgm:t>
    </dgm:pt>
    <dgm:pt modelId="{A8966D1B-1528-49E6-BC1D-D39615F713F4}">
      <dgm:prSet/>
      <dgm:spPr/>
      <dgm:t>
        <a:bodyPr/>
        <a:lstStyle/>
        <a:p>
          <a:r>
            <a:rPr lang="en-US"/>
            <a:t>Don't force SSM to do everything</a:t>
          </a:r>
        </a:p>
      </dgm:t>
    </dgm:pt>
    <dgm:pt modelId="{E57A3FAB-1C58-446F-898A-26C6FC7E4C25}" type="parTrans" cxnId="{8E7E5BDD-4EBE-4181-B767-53368E9278D0}">
      <dgm:prSet/>
      <dgm:spPr/>
      <dgm:t>
        <a:bodyPr/>
        <a:lstStyle/>
        <a:p>
          <a:endParaRPr lang="en-US"/>
        </a:p>
      </dgm:t>
    </dgm:pt>
    <dgm:pt modelId="{AA6E2F37-FFC2-43DC-958F-83E1DD386BCA}" type="sibTrans" cxnId="{8E7E5BDD-4EBE-4181-B767-53368E9278D0}">
      <dgm:prSet/>
      <dgm:spPr/>
      <dgm:t>
        <a:bodyPr/>
        <a:lstStyle/>
        <a:p>
          <a:endParaRPr lang="en-US"/>
        </a:p>
      </dgm:t>
    </dgm:pt>
    <dgm:pt modelId="{F6BA1873-2174-4F4F-B63D-CEE20A2C3043}">
      <dgm:prSet/>
      <dgm:spPr/>
      <dgm:t>
        <a:bodyPr/>
        <a:lstStyle/>
        <a:p>
          <a:r>
            <a:rPr lang="en-US"/>
            <a:t>Pair with attention at end for global reasoning</a:t>
          </a:r>
        </a:p>
      </dgm:t>
    </dgm:pt>
    <dgm:pt modelId="{48B9E182-AA9F-4077-8691-25A102010BBD}" type="parTrans" cxnId="{91ED06F7-8F5A-4F8C-A6DE-4B280A5D79E4}">
      <dgm:prSet/>
      <dgm:spPr/>
      <dgm:t>
        <a:bodyPr/>
        <a:lstStyle/>
        <a:p>
          <a:endParaRPr lang="en-US"/>
        </a:p>
      </dgm:t>
    </dgm:pt>
    <dgm:pt modelId="{74212253-CDAD-45B6-8751-C0C154B1C5B2}" type="sibTrans" cxnId="{91ED06F7-8F5A-4F8C-A6DE-4B280A5D79E4}">
      <dgm:prSet/>
      <dgm:spPr/>
      <dgm:t>
        <a:bodyPr/>
        <a:lstStyle/>
        <a:p>
          <a:endParaRPr lang="en-US"/>
        </a:p>
      </dgm:t>
    </dgm:pt>
    <dgm:pt modelId="{27225A53-A5A4-4E6E-9455-3770092C77CC}" type="pres">
      <dgm:prSet presAssocID="{1B796C91-5073-42B5-B398-A46F42D199F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2A2B47-B2BA-4D06-967B-BB7F68811AE6}" type="pres">
      <dgm:prSet presAssocID="{D9350423-F1E1-46F4-B472-7DDB56DF41F3}" presName="root" presStyleCnt="0"/>
      <dgm:spPr/>
    </dgm:pt>
    <dgm:pt modelId="{0AEF5C5E-0028-4E70-8AA0-24220E0822C6}" type="pres">
      <dgm:prSet presAssocID="{D9350423-F1E1-46F4-B472-7DDB56DF41F3}" presName="rootComposite" presStyleCnt="0"/>
      <dgm:spPr/>
    </dgm:pt>
    <dgm:pt modelId="{7A93AA3A-0026-4DDF-9F74-C8A852A4258B}" type="pres">
      <dgm:prSet presAssocID="{D9350423-F1E1-46F4-B472-7DDB56DF41F3}" presName="rootText" presStyleLbl="node1" presStyleIdx="0" presStyleCnt="3"/>
      <dgm:spPr/>
    </dgm:pt>
    <dgm:pt modelId="{BED807F4-FE68-489C-8B42-394DED7A7A84}" type="pres">
      <dgm:prSet presAssocID="{D9350423-F1E1-46F4-B472-7DDB56DF41F3}" presName="rootConnector" presStyleLbl="node1" presStyleIdx="0" presStyleCnt="3"/>
      <dgm:spPr/>
    </dgm:pt>
    <dgm:pt modelId="{CAE51F89-F2A5-4C42-A8C4-30E87CE2F223}" type="pres">
      <dgm:prSet presAssocID="{D9350423-F1E1-46F4-B472-7DDB56DF41F3}" presName="childShape" presStyleCnt="0"/>
      <dgm:spPr/>
    </dgm:pt>
    <dgm:pt modelId="{D96F6651-682F-4FC2-974E-4743946438B2}" type="pres">
      <dgm:prSet presAssocID="{F1B85552-A587-4845-9459-FC0E41EED9AC}" presName="root" presStyleCnt="0"/>
      <dgm:spPr/>
    </dgm:pt>
    <dgm:pt modelId="{9BB798C4-AC4D-4C6A-AF52-9369D7B7AC08}" type="pres">
      <dgm:prSet presAssocID="{F1B85552-A587-4845-9459-FC0E41EED9AC}" presName="rootComposite" presStyleCnt="0"/>
      <dgm:spPr/>
    </dgm:pt>
    <dgm:pt modelId="{46623948-6001-4104-A810-67BBF8293135}" type="pres">
      <dgm:prSet presAssocID="{F1B85552-A587-4845-9459-FC0E41EED9AC}" presName="rootText" presStyleLbl="node1" presStyleIdx="1" presStyleCnt="3"/>
      <dgm:spPr/>
    </dgm:pt>
    <dgm:pt modelId="{7D9D7CDE-08C8-43B4-992D-D7147E6982D3}" type="pres">
      <dgm:prSet presAssocID="{F1B85552-A587-4845-9459-FC0E41EED9AC}" presName="rootConnector" presStyleLbl="node1" presStyleIdx="1" presStyleCnt="3"/>
      <dgm:spPr/>
    </dgm:pt>
    <dgm:pt modelId="{C2D480F3-6411-40CE-AF5D-E8A1A5268874}" type="pres">
      <dgm:prSet presAssocID="{F1B85552-A587-4845-9459-FC0E41EED9AC}" presName="childShape" presStyleCnt="0"/>
      <dgm:spPr/>
    </dgm:pt>
    <dgm:pt modelId="{8D8FB397-1A73-4D7E-99DD-C88C801C3F02}" type="pres">
      <dgm:prSet presAssocID="{0833B128-42A7-4B3F-80A8-AE9DF74CE50C}" presName="root" presStyleCnt="0"/>
      <dgm:spPr/>
    </dgm:pt>
    <dgm:pt modelId="{F97FC8BD-97B0-4898-BDDD-68C458086533}" type="pres">
      <dgm:prSet presAssocID="{0833B128-42A7-4B3F-80A8-AE9DF74CE50C}" presName="rootComposite" presStyleCnt="0"/>
      <dgm:spPr/>
    </dgm:pt>
    <dgm:pt modelId="{BEA79FC7-CA38-410E-A6FC-521701135158}" type="pres">
      <dgm:prSet presAssocID="{0833B128-42A7-4B3F-80A8-AE9DF74CE50C}" presName="rootText" presStyleLbl="node1" presStyleIdx="2" presStyleCnt="3"/>
      <dgm:spPr/>
    </dgm:pt>
    <dgm:pt modelId="{1D3D3218-FFFF-4DAE-8ABB-15BB5664C5C9}" type="pres">
      <dgm:prSet presAssocID="{0833B128-42A7-4B3F-80A8-AE9DF74CE50C}" presName="rootConnector" presStyleLbl="node1" presStyleIdx="2" presStyleCnt="3"/>
      <dgm:spPr/>
    </dgm:pt>
    <dgm:pt modelId="{5E189292-4813-4BB2-9A8A-E4C4F6DE2B09}" type="pres">
      <dgm:prSet presAssocID="{0833B128-42A7-4B3F-80A8-AE9DF74CE50C}" presName="childShape" presStyleCnt="0"/>
      <dgm:spPr/>
    </dgm:pt>
    <dgm:pt modelId="{F0529F36-9E99-4272-BFCF-C1CCC166CA44}" type="pres">
      <dgm:prSet presAssocID="{E57A3FAB-1C58-446F-898A-26C6FC7E4C25}" presName="Name13" presStyleLbl="parChTrans1D2" presStyleIdx="0" presStyleCnt="2"/>
      <dgm:spPr/>
    </dgm:pt>
    <dgm:pt modelId="{3E908B5E-6D62-48A5-9C40-5B9906DB6E61}" type="pres">
      <dgm:prSet presAssocID="{A8966D1B-1528-49E6-BC1D-D39615F713F4}" presName="childText" presStyleLbl="bgAcc1" presStyleIdx="0" presStyleCnt="2">
        <dgm:presLayoutVars>
          <dgm:bulletEnabled val="1"/>
        </dgm:presLayoutVars>
      </dgm:prSet>
      <dgm:spPr/>
    </dgm:pt>
    <dgm:pt modelId="{F5795A2F-2E2B-43C2-A7ED-9350481BBEA0}" type="pres">
      <dgm:prSet presAssocID="{48B9E182-AA9F-4077-8691-25A102010BBD}" presName="Name13" presStyleLbl="parChTrans1D2" presStyleIdx="1" presStyleCnt="2"/>
      <dgm:spPr/>
    </dgm:pt>
    <dgm:pt modelId="{B9CF7AA7-F628-4D78-8241-24B0006606C5}" type="pres">
      <dgm:prSet presAssocID="{F6BA1873-2174-4F4F-B63D-CEE20A2C3043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84A62500-F416-49E9-96E2-27F40E4FA37F}" type="presOf" srcId="{0833B128-42A7-4B3F-80A8-AE9DF74CE50C}" destId="{BEA79FC7-CA38-410E-A6FC-521701135158}" srcOrd="0" destOrd="0" presId="urn:microsoft.com/office/officeart/2005/8/layout/hierarchy3"/>
    <dgm:cxn modelId="{60368202-71A2-45CD-B388-019E76A6AD5B}" type="presOf" srcId="{E57A3FAB-1C58-446F-898A-26C6FC7E4C25}" destId="{F0529F36-9E99-4272-BFCF-C1CCC166CA44}" srcOrd="0" destOrd="0" presId="urn:microsoft.com/office/officeart/2005/8/layout/hierarchy3"/>
    <dgm:cxn modelId="{62F0CF1A-5911-4D96-A23E-C5E08EE12BF0}" srcId="{1B796C91-5073-42B5-B398-A46F42D199FC}" destId="{D9350423-F1E1-46F4-B472-7DDB56DF41F3}" srcOrd="0" destOrd="0" parTransId="{B420EB1A-16DB-4907-8721-E49330539DD0}" sibTransId="{B12154BF-2D04-4431-8E67-9607D86CB7F3}"/>
    <dgm:cxn modelId="{9B8B442B-8F04-484A-8A5C-BEC9E5038D84}" type="presOf" srcId="{F1B85552-A587-4845-9459-FC0E41EED9AC}" destId="{46623948-6001-4104-A810-67BBF8293135}" srcOrd="0" destOrd="0" presId="urn:microsoft.com/office/officeart/2005/8/layout/hierarchy3"/>
    <dgm:cxn modelId="{71BA373D-D5F3-40FF-88FD-8B0ECE8F4CD8}" srcId="{1B796C91-5073-42B5-B398-A46F42D199FC}" destId="{0833B128-42A7-4B3F-80A8-AE9DF74CE50C}" srcOrd="2" destOrd="0" parTransId="{A469C008-C444-4216-84C8-EC954F893840}" sibTransId="{A19FE912-E2BC-4EA1-8E31-F84B0D49B06F}"/>
    <dgm:cxn modelId="{FC48C451-EAB6-4448-9D6A-640145D86476}" type="presOf" srcId="{F1B85552-A587-4845-9459-FC0E41EED9AC}" destId="{7D9D7CDE-08C8-43B4-992D-D7147E6982D3}" srcOrd="1" destOrd="0" presId="urn:microsoft.com/office/officeart/2005/8/layout/hierarchy3"/>
    <dgm:cxn modelId="{75A52654-06EC-4820-AAE5-38BB364B9ACC}" type="presOf" srcId="{0833B128-42A7-4B3F-80A8-AE9DF74CE50C}" destId="{1D3D3218-FFFF-4DAE-8ABB-15BB5664C5C9}" srcOrd="1" destOrd="0" presId="urn:microsoft.com/office/officeart/2005/8/layout/hierarchy3"/>
    <dgm:cxn modelId="{348C0E91-BADC-4426-AEC3-7216A74E52C3}" type="presOf" srcId="{A8966D1B-1528-49E6-BC1D-D39615F713F4}" destId="{3E908B5E-6D62-48A5-9C40-5B9906DB6E61}" srcOrd="0" destOrd="0" presId="urn:microsoft.com/office/officeart/2005/8/layout/hierarchy3"/>
    <dgm:cxn modelId="{169B0B93-3467-41A6-868D-0840DEF39596}" srcId="{1B796C91-5073-42B5-B398-A46F42D199FC}" destId="{F1B85552-A587-4845-9459-FC0E41EED9AC}" srcOrd="1" destOrd="0" parTransId="{0187EAF7-2CF3-4D4E-BFAD-2EB9F3372CC0}" sibTransId="{DA5B032B-4D35-4064-8F27-04D097D919E0}"/>
    <dgm:cxn modelId="{108A229B-4E7F-4EAC-AADD-8C1C0BCE4C32}" type="presOf" srcId="{D9350423-F1E1-46F4-B472-7DDB56DF41F3}" destId="{BED807F4-FE68-489C-8B42-394DED7A7A84}" srcOrd="1" destOrd="0" presId="urn:microsoft.com/office/officeart/2005/8/layout/hierarchy3"/>
    <dgm:cxn modelId="{81CC4B9C-B5EB-405A-9F85-58D928BF38E7}" type="presOf" srcId="{D9350423-F1E1-46F4-B472-7DDB56DF41F3}" destId="{7A93AA3A-0026-4DDF-9F74-C8A852A4258B}" srcOrd="0" destOrd="0" presId="urn:microsoft.com/office/officeart/2005/8/layout/hierarchy3"/>
    <dgm:cxn modelId="{0E5B0DA8-4C24-4777-8994-59F01646698D}" type="presOf" srcId="{1B796C91-5073-42B5-B398-A46F42D199FC}" destId="{27225A53-A5A4-4E6E-9455-3770092C77CC}" srcOrd="0" destOrd="0" presId="urn:microsoft.com/office/officeart/2005/8/layout/hierarchy3"/>
    <dgm:cxn modelId="{248B93AC-CEC3-45CF-A7CF-18834D551178}" type="presOf" srcId="{F6BA1873-2174-4F4F-B63D-CEE20A2C3043}" destId="{B9CF7AA7-F628-4D78-8241-24B0006606C5}" srcOrd="0" destOrd="0" presId="urn:microsoft.com/office/officeart/2005/8/layout/hierarchy3"/>
    <dgm:cxn modelId="{8E7E5BDD-4EBE-4181-B767-53368E9278D0}" srcId="{0833B128-42A7-4B3F-80A8-AE9DF74CE50C}" destId="{A8966D1B-1528-49E6-BC1D-D39615F713F4}" srcOrd="0" destOrd="0" parTransId="{E57A3FAB-1C58-446F-898A-26C6FC7E4C25}" sibTransId="{AA6E2F37-FFC2-43DC-958F-83E1DD386BCA}"/>
    <dgm:cxn modelId="{31804FEC-0207-4A56-A634-21E5AEC6461A}" type="presOf" srcId="{48B9E182-AA9F-4077-8691-25A102010BBD}" destId="{F5795A2F-2E2B-43C2-A7ED-9350481BBEA0}" srcOrd="0" destOrd="0" presId="urn:microsoft.com/office/officeart/2005/8/layout/hierarchy3"/>
    <dgm:cxn modelId="{91ED06F7-8F5A-4F8C-A6DE-4B280A5D79E4}" srcId="{0833B128-42A7-4B3F-80A8-AE9DF74CE50C}" destId="{F6BA1873-2174-4F4F-B63D-CEE20A2C3043}" srcOrd="1" destOrd="0" parTransId="{48B9E182-AA9F-4077-8691-25A102010BBD}" sibTransId="{74212253-CDAD-45B6-8751-C0C154B1C5B2}"/>
    <dgm:cxn modelId="{B6D71DFA-72F2-4197-B950-1EECC9D905C0}" type="presParOf" srcId="{27225A53-A5A4-4E6E-9455-3770092C77CC}" destId="{D62A2B47-B2BA-4D06-967B-BB7F68811AE6}" srcOrd="0" destOrd="0" presId="urn:microsoft.com/office/officeart/2005/8/layout/hierarchy3"/>
    <dgm:cxn modelId="{A923B660-53C4-4506-A0AF-291605F14A47}" type="presParOf" srcId="{D62A2B47-B2BA-4D06-967B-BB7F68811AE6}" destId="{0AEF5C5E-0028-4E70-8AA0-24220E0822C6}" srcOrd="0" destOrd="0" presId="urn:microsoft.com/office/officeart/2005/8/layout/hierarchy3"/>
    <dgm:cxn modelId="{AA4E90C2-4EA8-46C5-A13E-2A81C3305E91}" type="presParOf" srcId="{0AEF5C5E-0028-4E70-8AA0-24220E0822C6}" destId="{7A93AA3A-0026-4DDF-9F74-C8A852A4258B}" srcOrd="0" destOrd="0" presId="urn:microsoft.com/office/officeart/2005/8/layout/hierarchy3"/>
    <dgm:cxn modelId="{06311DA2-D1AD-4C30-88EE-C166635251FD}" type="presParOf" srcId="{0AEF5C5E-0028-4E70-8AA0-24220E0822C6}" destId="{BED807F4-FE68-489C-8B42-394DED7A7A84}" srcOrd="1" destOrd="0" presId="urn:microsoft.com/office/officeart/2005/8/layout/hierarchy3"/>
    <dgm:cxn modelId="{F4F09E5A-A8E7-4103-AC76-689DCA14F33D}" type="presParOf" srcId="{D62A2B47-B2BA-4D06-967B-BB7F68811AE6}" destId="{CAE51F89-F2A5-4C42-A8C4-30E87CE2F223}" srcOrd="1" destOrd="0" presId="urn:microsoft.com/office/officeart/2005/8/layout/hierarchy3"/>
    <dgm:cxn modelId="{1DEF235F-C1E0-40FB-851A-1454B4FFC64F}" type="presParOf" srcId="{27225A53-A5A4-4E6E-9455-3770092C77CC}" destId="{D96F6651-682F-4FC2-974E-4743946438B2}" srcOrd="1" destOrd="0" presId="urn:microsoft.com/office/officeart/2005/8/layout/hierarchy3"/>
    <dgm:cxn modelId="{C7784CF4-2171-4ED9-A699-4EE843FCB8C7}" type="presParOf" srcId="{D96F6651-682F-4FC2-974E-4743946438B2}" destId="{9BB798C4-AC4D-4C6A-AF52-9369D7B7AC08}" srcOrd="0" destOrd="0" presId="urn:microsoft.com/office/officeart/2005/8/layout/hierarchy3"/>
    <dgm:cxn modelId="{1EA9BA9A-135D-45BB-81D4-4866F89884B0}" type="presParOf" srcId="{9BB798C4-AC4D-4C6A-AF52-9369D7B7AC08}" destId="{46623948-6001-4104-A810-67BBF8293135}" srcOrd="0" destOrd="0" presId="urn:microsoft.com/office/officeart/2005/8/layout/hierarchy3"/>
    <dgm:cxn modelId="{C8ED3FB8-0098-45AF-AB79-04C87B3673EB}" type="presParOf" srcId="{9BB798C4-AC4D-4C6A-AF52-9369D7B7AC08}" destId="{7D9D7CDE-08C8-43B4-992D-D7147E6982D3}" srcOrd="1" destOrd="0" presId="urn:microsoft.com/office/officeart/2005/8/layout/hierarchy3"/>
    <dgm:cxn modelId="{0BA7C8E3-FE0E-409A-AAA0-06A36CD12377}" type="presParOf" srcId="{D96F6651-682F-4FC2-974E-4743946438B2}" destId="{C2D480F3-6411-40CE-AF5D-E8A1A5268874}" srcOrd="1" destOrd="0" presId="urn:microsoft.com/office/officeart/2005/8/layout/hierarchy3"/>
    <dgm:cxn modelId="{D178F774-A36E-4FED-9552-E195BC078A34}" type="presParOf" srcId="{27225A53-A5A4-4E6E-9455-3770092C77CC}" destId="{8D8FB397-1A73-4D7E-99DD-C88C801C3F02}" srcOrd="2" destOrd="0" presId="urn:microsoft.com/office/officeart/2005/8/layout/hierarchy3"/>
    <dgm:cxn modelId="{D132C9D8-39E2-429E-987E-3E61605CFBE3}" type="presParOf" srcId="{8D8FB397-1A73-4D7E-99DD-C88C801C3F02}" destId="{F97FC8BD-97B0-4898-BDDD-68C458086533}" srcOrd="0" destOrd="0" presId="urn:microsoft.com/office/officeart/2005/8/layout/hierarchy3"/>
    <dgm:cxn modelId="{34276772-7EFB-4A25-9B04-B8C155D4770F}" type="presParOf" srcId="{F97FC8BD-97B0-4898-BDDD-68C458086533}" destId="{BEA79FC7-CA38-410E-A6FC-521701135158}" srcOrd="0" destOrd="0" presId="urn:microsoft.com/office/officeart/2005/8/layout/hierarchy3"/>
    <dgm:cxn modelId="{5C89281D-9BA7-4C63-9300-2A5D7F5EB909}" type="presParOf" srcId="{F97FC8BD-97B0-4898-BDDD-68C458086533}" destId="{1D3D3218-FFFF-4DAE-8ABB-15BB5664C5C9}" srcOrd="1" destOrd="0" presId="urn:microsoft.com/office/officeart/2005/8/layout/hierarchy3"/>
    <dgm:cxn modelId="{2048C647-9970-42B7-9576-82112CA5453E}" type="presParOf" srcId="{8D8FB397-1A73-4D7E-99DD-C88C801C3F02}" destId="{5E189292-4813-4BB2-9A8A-E4C4F6DE2B09}" srcOrd="1" destOrd="0" presId="urn:microsoft.com/office/officeart/2005/8/layout/hierarchy3"/>
    <dgm:cxn modelId="{57B142D4-39CE-48E4-9C7B-72F71BC61E62}" type="presParOf" srcId="{5E189292-4813-4BB2-9A8A-E4C4F6DE2B09}" destId="{F0529F36-9E99-4272-BFCF-C1CCC166CA44}" srcOrd="0" destOrd="0" presId="urn:microsoft.com/office/officeart/2005/8/layout/hierarchy3"/>
    <dgm:cxn modelId="{545EEFC9-BD35-41B5-B187-1B3E04D5F9BB}" type="presParOf" srcId="{5E189292-4813-4BB2-9A8A-E4C4F6DE2B09}" destId="{3E908B5E-6D62-48A5-9C40-5B9906DB6E61}" srcOrd="1" destOrd="0" presId="urn:microsoft.com/office/officeart/2005/8/layout/hierarchy3"/>
    <dgm:cxn modelId="{D0A4E1E2-15B9-4699-AABA-0363299DBCFC}" type="presParOf" srcId="{5E189292-4813-4BB2-9A8A-E4C4F6DE2B09}" destId="{F5795A2F-2E2B-43C2-A7ED-9350481BBEA0}" srcOrd="2" destOrd="0" presId="urn:microsoft.com/office/officeart/2005/8/layout/hierarchy3"/>
    <dgm:cxn modelId="{8D52C91F-712C-4947-A88A-172330AADBE0}" type="presParOf" srcId="{5E189292-4813-4BB2-9A8A-E4C4F6DE2B09}" destId="{B9CF7AA7-F628-4D78-8241-24B0006606C5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8D807A-D7FE-4A31-AFA2-D5F1900CBEE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54FED1-BD1C-4CFC-8704-21FCB11091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High-res → mostly local dependencies</a:t>
          </a:r>
        </a:p>
      </dgm:t>
    </dgm:pt>
    <dgm:pt modelId="{13608FDF-3199-41B2-BF66-681CB1D60D7C}" type="parTrans" cxnId="{CA4CD580-F397-4299-B798-FE1062C3954E}">
      <dgm:prSet/>
      <dgm:spPr/>
      <dgm:t>
        <a:bodyPr/>
        <a:lstStyle/>
        <a:p>
          <a:endParaRPr lang="en-US" sz="1800"/>
        </a:p>
      </dgm:t>
    </dgm:pt>
    <dgm:pt modelId="{C6A7CF30-D2CF-4FA5-81C0-CCE83EF5B6BA}" type="sibTrans" cxnId="{CA4CD580-F397-4299-B798-FE1062C3954E}">
      <dgm:prSet/>
      <dgm:spPr/>
      <dgm:t>
        <a:bodyPr/>
        <a:lstStyle/>
        <a:p>
          <a:endParaRPr lang="en-US" sz="1800"/>
        </a:p>
      </dgm:t>
    </dgm:pt>
    <dgm:pt modelId="{3E815A04-98AE-445E-B09E-0B03D66C370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Conv </a:t>
          </a:r>
          <a:r>
            <a:rPr lang="en-US" sz="1800" dirty="0" err="1"/>
            <a:t>ResBlocks</a:t>
          </a:r>
          <a:r>
            <a:rPr lang="en-US" sz="1800" dirty="0"/>
            <a:t>: Efficient edge/texture detection</a:t>
          </a:r>
        </a:p>
      </dgm:t>
    </dgm:pt>
    <dgm:pt modelId="{00BB21C7-8272-45C7-9D75-7DBB6D2EFDEB}" type="parTrans" cxnId="{311E5FF8-A94F-400A-84CA-62C7FCF4056D}">
      <dgm:prSet/>
      <dgm:spPr/>
      <dgm:t>
        <a:bodyPr/>
        <a:lstStyle/>
        <a:p>
          <a:endParaRPr lang="en-US" sz="1800"/>
        </a:p>
      </dgm:t>
    </dgm:pt>
    <dgm:pt modelId="{2ACB87D6-AAB0-4EA7-A266-E9C42B1E26D1}" type="sibTrans" cxnId="{311E5FF8-A94F-400A-84CA-62C7FCF4056D}">
      <dgm:prSet/>
      <dgm:spPr/>
      <dgm:t>
        <a:bodyPr/>
        <a:lstStyle/>
        <a:p>
          <a:endParaRPr lang="en-US" sz="1800"/>
        </a:p>
      </dgm:t>
    </dgm:pt>
    <dgm:pt modelId="{29E973C2-606A-4322-BF88-69FDA47FC66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Avoid wasteful SSM/Attention at high resolution</a:t>
          </a:r>
        </a:p>
      </dgm:t>
    </dgm:pt>
    <dgm:pt modelId="{245209E7-A090-44AF-A36D-1C0FEAEF37E8}" type="parTrans" cxnId="{5FD315A9-4D5C-4265-8B0A-9FA919006453}">
      <dgm:prSet/>
      <dgm:spPr/>
      <dgm:t>
        <a:bodyPr/>
        <a:lstStyle/>
        <a:p>
          <a:endParaRPr lang="en-US" sz="1800"/>
        </a:p>
      </dgm:t>
    </dgm:pt>
    <dgm:pt modelId="{955FE251-2D8D-4049-8CC3-7EA6E21A5B43}" type="sibTrans" cxnId="{5FD315A9-4D5C-4265-8B0A-9FA919006453}">
      <dgm:prSet/>
      <dgm:spPr/>
      <dgm:t>
        <a:bodyPr/>
        <a:lstStyle/>
        <a:p>
          <a:endParaRPr lang="en-US" sz="1800"/>
        </a:p>
      </dgm:t>
    </dgm:pt>
    <dgm:pt modelId="{FFACD0F8-E082-4372-BF3A-A70B839907D9}" type="pres">
      <dgm:prSet presAssocID="{048D807A-D7FE-4A31-AFA2-D5F1900CBEE2}" presName="root" presStyleCnt="0">
        <dgm:presLayoutVars>
          <dgm:dir/>
          <dgm:resizeHandles val="exact"/>
        </dgm:presLayoutVars>
      </dgm:prSet>
      <dgm:spPr/>
    </dgm:pt>
    <dgm:pt modelId="{A4FB9911-2888-4D71-9F8C-D9D14E6FB7C8}" type="pres">
      <dgm:prSet presAssocID="{0A54FED1-BD1C-4CFC-8704-21FCB1109194}" presName="compNode" presStyleCnt="0"/>
      <dgm:spPr/>
    </dgm:pt>
    <dgm:pt modelId="{ACA065E6-6C8B-4294-BB15-5FF86C79589D}" type="pres">
      <dgm:prSet presAssocID="{0A54FED1-BD1C-4CFC-8704-21FCB11091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Σημάδι ελέγχου"/>
        </a:ext>
      </dgm:extLst>
    </dgm:pt>
    <dgm:pt modelId="{129E9A8C-FEF9-45FD-969F-F958EFCE5D7F}" type="pres">
      <dgm:prSet presAssocID="{0A54FED1-BD1C-4CFC-8704-21FCB1109194}" presName="spaceRect" presStyleCnt="0"/>
      <dgm:spPr/>
    </dgm:pt>
    <dgm:pt modelId="{78D9BE77-5296-49E6-95A9-F70E384E516D}" type="pres">
      <dgm:prSet presAssocID="{0A54FED1-BD1C-4CFC-8704-21FCB1109194}" presName="textRect" presStyleLbl="revTx" presStyleIdx="0" presStyleCnt="3">
        <dgm:presLayoutVars>
          <dgm:chMax val="1"/>
          <dgm:chPref val="1"/>
        </dgm:presLayoutVars>
      </dgm:prSet>
      <dgm:spPr/>
    </dgm:pt>
    <dgm:pt modelId="{5F0B0B4A-78FC-4952-94BB-B1BD0CEB42CA}" type="pres">
      <dgm:prSet presAssocID="{C6A7CF30-D2CF-4FA5-81C0-CCE83EF5B6BA}" presName="sibTrans" presStyleCnt="0"/>
      <dgm:spPr/>
    </dgm:pt>
    <dgm:pt modelId="{E38F06D8-6FEB-4776-988F-262822D5314E}" type="pres">
      <dgm:prSet presAssocID="{3E815A04-98AE-445E-B09E-0B03D66C3705}" presName="compNode" presStyleCnt="0"/>
      <dgm:spPr/>
    </dgm:pt>
    <dgm:pt modelId="{1E8D6296-A0B7-4051-A1CD-CC721E0D9D35}" type="pres">
      <dgm:prSet presAssocID="{3E815A04-98AE-445E-B09E-0B03D66C370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3BAD4BAA-FA56-4903-B1C0-5390269F9605}" type="pres">
      <dgm:prSet presAssocID="{3E815A04-98AE-445E-B09E-0B03D66C3705}" presName="spaceRect" presStyleCnt="0"/>
      <dgm:spPr/>
    </dgm:pt>
    <dgm:pt modelId="{4EFF1EE2-1510-4F2C-BD43-8A27E16EA984}" type="pres">
      <dgm:prSet presAssocID="{3E815A04-98AE-445E-B09E-0B03D66C3705}" presName="textRect" presStyleLbl="revTx" presStyleIdx="1" presStyleCnt="3">
        <dgm:presLayoutVars>
          <dgm:chMax val="1"/>
          <dgm:chPref val="1"/>
        </dgm:presLayoutVars>
      </dgm:prSet>
      <dgm:spPr/>
    </dgm:pt>
    <dgm:pt modelId="{7E1E577F-ABFA-4E3F-A281-BB7546C2E250}" type="pres">
      <dgm:prSet presAssocID="{2ACB87D6-AAB0-4EA7-A266-E9C42B1E26D1}" presName="sibTrans" presStyleCnt="0"/>
      <dgm:spPr/>
    </dgm:pt>
    <dgm:pt modelId="{CA4C2D4E-BD15-43E2-B052-3071CF180F64}" type="pres">
      <dgm:prSet presAssocID="{29E973C2-606A-4322-BF88-69FDA47FC666}" presName="compNode" presStyleCnt="0"/>
      <dgm:spPr/>
    </dgm:pt>
    <dgm:pt modelId="{3B5CBD50-C8A6-468A-8340-590B81BAFDCE}" type="pres">
      <dgm:prSet presAssocID="{29E973C2-606A-4322-BF88-69FDA47FC66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Κλείδωμα"/>
        </a:ext>
      </dgm:extLst>
    </dgm:pt>
    <dgm:pt modelId="{44E8E719-05CB-4F0B-9330-210E2A423F4D}" type="pres">
      <dgm:prSet presAssocID="{29E973C2-606A-4322-BF88-69FDA47FC666}" presName="spaceRect" presStyleCnt="0"/>
      <dgm:spPr/>
    </dgm:pt>
    <dgm:pt modelId="{23947888-ADB6-450B-B34C-A5B64510B90B}" type="pres">
      <dgm:prSet presAssocID="{29E973C2-606A-4322-BF88-69FDA47FC66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8E19F02-9C93-4CC6-A64E-3C5359176D36}" type="presOf" srcId="{048D807A-D7FE-4A31-AFA2-D5F1900CBEE2}" destId="{FFACD0F8-E082-4372-BF3A-A70B839907D9}" srcOrd="0" destOrd="0" presId="urn:microsoft.com/office/officeart/2018/2/layout/IconLabelList"/>
    <dgm:cxn modelId="{CA4CD580-F397-4299-B798-FE1062C3954E}" srcId="{048D807A-D7FE-4A31-AFA2-D5F1900CBEE2}" destId="{0A54FED1-BD1C-4CFC-8704-21FCB1109194}" srcOrd="0" destOrd="0" parTransId="{13608FDF-3199-41B2-BF66-681CB1D60D7C}" sibTransId="{C6A7CF30-D2CF-4FA5-81C0-CCE83EF5B6BA}"/>
    <dgm:cxn modelId="{B9C206A9-3146-4330-9E84-1BF5507EF46F}" type="presOf" srcId="{0A54FED1-BD1C-4CFC-8704-21FCB1109194}" destId="{78D9BE77-5296-49E6-95A9-F70E384E516D}" srcOrd="0" destOrd="0" presId="urn:microsoft.com/office/officeart/2018/2/layout/IconLabelList"/>
    <dgm:cxn modelId="{5FD315A9-4D5C-4265-8B0A-9FA919006453}" srcId="{048D807A-D7FE-4A31-AFA2-D5F1900CBEE2}" destId="{29E973C2-606A-4322-BF88-69FDA47FC666}" srcOrd="2" destOrd="0" parTransId="{245209E7-A090-44AF-A36D-1C0FEAEF37E8}" sibTransId="{955FE251-2D8D-4049-8CC3-7EA6E21A5B43}"/>
    <dgm:cxn modelId="{471142C6-9383-4823-A756-85719B89BDFE}" type="presOf" srcId="{29E973C2-606A-4322-BF88-69FDA47FC666}" destId="{23947888-ADB6-450B-B34C-A5B64510B90B}" srcOrd="0" destOrd="0" presId="urn:microsoft.com/office/officeart/2018/2/layout/IconLabelList"/>
    <dgm:cxn modelId="{AC51B1ED-3FF7-4986-AA96-44B2F6BE329C}" type="presOf" srcId="{3E815A04-98AE-445E-B09E-0B03D66C3705}" destId="{4EFF1EE2-1510-4F2C-BD43-8A27E16EA984}" srcOrd="0" destOrd="0" presId="urn:microsoft.com/office/officeart/2018/2/layout/IconLabelList"/>
    <dgm:cxn modelId="{311E5FF8-A94F-400A-84CA-62C7FCF4056D}" srcId="{048D807A-D7FE-4A31-AFA2-D5F1900CBEE2}" destId="{3E815A04-98AE-445E-B09E-0B03D66C3705}" srcOrd="1" destOrd="0" parTransId="{00BB21C7-8272-45C7-9D75-7DBB6D2EFDEB}" sibTransId="{2ACB87D6-AAB0-4EA7-A266-E9C42B1E26D1}"/>
    <dgm:cxn modelId="{CFED80A2-6498-4730-B391-ECA0C908501E}" type="presParOf" srcId="{FFACD0F8-E082-4372-BF3A-A70B839907D9}" destId="{A4FB9911-2888-4D71-9F8C-D9D14E6FB7C8}" srcOrd="0" destOrd="0" presId="urn:microsoft.com/office/officeart/2018/2/layout/IconLabelList"/>
    <dgm:cxn modelId="{C30AD85A-EBE1-4D91-86D4-EE3928CB722B}" type="presParOf" srcId="{A4FB9911-2888-4D71-9F8C-D9D14E6FB7C8}" destId="{ACA065E6-6C8B-4294-BB15-5FF86C79589D}" srcOrd="0" destOrd="0" presId="urn:microsoft.com/office/officeart/2018/2/layout/IconLabelList"/>
    <dgm:cxn modelId="{F11A3DEF-6359-4F0D-998B-8DEEAF808E09}" type="presParOf" srcId="{A4FB9911-2888-4D71-9F8C-D9D14E6FB7C8}" destId="{129E9A8C-FEF9-45FD-969F-F958EFCE5D7F}" srcOrd="1" destOrd="0" presId="urn:microsoft.com/office/officeart/2018/2/layout/IconLabelList"/>
    <dgm:cxn modelId="{BC1CB8AD-5FF0-43F1-AF4B-3E88B463E395}" type="presParOf" srcId="{A4FB9911-2888-4D71-9F8C-D9D14E6FB7C8}" destId="{78D9BE77-5296-49E6-95A9-F70E384E516D}" srcOrd="2" destOrd="0" presId="urn:microsoft.com/office/officeart/2018/2/layout/IconLabelList"/>
    <dgm:cxn modelId="{4F9C273A-785A-4E30-ADD3-77A47E8D4006}" type="presParOf" srcId="{FFACD0F8-E082-4372-BF3A-A70B839907D9}" destId="{5F0B0B4A-78FC-4952-94BB-B1BD0CEB42CA}" srcOrd="1" destOrd="0" presId="urn:microsoft.com/office/officeart/2018/2/layout/IconLabelList"/>
    <dgm:cxn modelId="{918173AC-742B-4362-969C-A71F1EBDF2FD}" type="presParOf" srcId="{FFACD0F8-E082-4372-BF3A-A70B839907D9}" destId="{E38F06D8-6FEB-4776-988F-262822D5314E}" srcOrd="2" destOrd="0" presId="urn:microsoft.com/office/officeart/2018/2/layout/IconLabelList"/>
    <dgm:cxn modelId="{346FF861-0D5D-4687-ABD7-1E723C64A559}" type="presParOf" srcId="{E38F06D8-6FEB-4776-988F-262822D5314E}" destId="{1E8D6296-A0B7-4051-A1CD-CC721E0D9D35}" srcOrd="0" destOrd="0" presId="urn:microsoft.com/office/officeart/2018/2/layout/IconLabelList"/>
    <dgm:cxn modelId="{0711D93B-0C09-49E3-8652-D20EA4BF42A7}" type="presParOf" srcId="{E38F06D8-6FEB-4776-988F-262822D5314E}" destId="{3BAD4BAA-FA56-4903-B1C0-5390269F9605}" srcOrd="1" destOrd="0" presId="urn:microsoft.com/office/officeart/2018/2/layout/IconLabelList"/>
    <dgm:cxn modelId="{50BD42B7-8AC8-46F9-A287-3C00DFCFC076}" type="presParOf" srcId="{E38F06D8-6FEB-4776-988F-262822D5314E}" destId="{4EFF1EE2-1510-4F2C-BD43-8A27E16EA984}" srcOrd="2" destOrd="0" presId="urn:microsoft.com/office/officeart/2018/2/layout/IconLabelList"/>
    <dgm:cxn modelId="{54C0C9F6-7CCE-4543-95B9-8B45B97E3325}" type="presParOf" srcId="{FFACD0F8-E082-4372-BF3A-A70B839907D9}" destId="{7E1E577F-ABFA-4E3F-A281-BB7546C2E250}" srcOrd="3" destOrd="0" presId="urn:microsoft.com/office/officeart/2018/2/layout/IconLabelList"/>
    <dgm:cxn modelId="{7F3FDFF8-64F7-42ED-8F58-536EAB84814B}" type="presParOf" srcId="{FFACD0F8-E082-4372-BF3A-A70B839907D9}" destId="{CA4C2D4E-BD15-43E2-B052-3071CF180F64}" srcOrd="4" destOrd="0" presId="urn:microsoft.com/office/officeart/2018/2/layout/IconLabelList"/>
    <dgm:cxn modelId="{6D11B309-CC2F-43D9-98A3-214399CF849A}" type="presParOf" srcId="{CA4C2D4E-BD15-43E2-B052-3071CF180F64}" destId="{3B5CBD50-C8A6-468A-8340-590B81BAFDCE}" srcOrd="0" destOrd="0" presId="urn:microsoft.com/office/officeart/2018/2/layout/IconLabelList"/>
    <dgm:cxn modelId="{3C4B4102-3B27-4FD7-BF4F-BD4A71C8D34A}" type="presParOf" srcId="{CA4C2D4E-BD15-43E2-B052-3071CF180F64}" destId="{44E8E719-05CB-4F0B-9330-210E2A423F4D}" srcOrd="1" destOrd="0" presId="urn:microsoft.com/office/officeart/2018/2/layout/IconLabelList"/>
    <dgm:cxn modelId="{68EBC055-48FE-46D6-857D-5142C4BF3D51}" type="presParOf" srcId="{CA4C2D4E-BD15-43E2-B052-3071CF180F64}" destId="{23947888-ADB6-450B-B34C-A5B64510B90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DCE26CE-5000-4C97-880B-54B5BC8FDA3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2CB7AF-18FF-4668-BA03-864AB2BE17D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First half layers → MambaVision Mixer (linear complexity)</a:t>
          </a:r>
        </a:p>
      </dgm:t>
    </dgm:pt>
    <dgm:pt modelId="{1FFE8816-845A-479F-8A1A-6E16A22DE069}" type="parTrans" cxnId="{E9E8D3A7-6A8D-4416-A48D-17C45A845603}">
      <dgm:prSet/>
      <dgm:spPr/>
      <dgm:t>
        <a:bodyPr/>
        <a:lstStyle/>
        <a:p>
          <a:endParaRPr lang="en-US" sz="3200"/>
        </a:p>
      </dgm:t>
    </dgm:pt>
    <dgm:pt modelId="{888A0E5F-99DE-4092-A461-4E0471EDF3F2}" type="sibTrans" cxnId="{E9E8D3A7-6A8D-4416-A48D-17C45A845603}">
      <dgm:prSet/>
      <dgm:spPr/>
      <dgm:t>
        <a:bodyPr/>
        <a:lstStyle/>
        <a:p>
          <a:endParaRPr lang="en-US" sz="3200"/>
        </a:p>
      </dgm:t>
    </dgm:pt>
    <dgm:pt modelId="{8B1C21BA-93E4-4039-9958-8F877DAC947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Second half → Self-Attention</a:t>
          </a:r>
        </a:p>
      </dgm:t>
    </dgm:pt>
    <dgm:pt modelId="{62D030A1-A315-4373-A863-D4BC9AA5FC4F}" type="parTrans" cxnId="{8805DE40-FB68-4DDB-8630-8940DD38F6BD}">
      <dgm:prSet/>
      <dgm:spPr/>
      <dgm:t>
        <a:bodyPr/>
        <a:lstStyle/>
        <a:p>
          <a:endParaRPr lang="en-US" sz="3200"/>
        </a:p>
      </dgm:t>
    </dgm:pt>
    <dgm:pt modelId="{9AF5EE8D-66B5-472C-B062-1BB98F97EF4A}" type="sibTrans" cxnId="{8805DE40-FB68-4DDB-8630-8940DD38F6BD}">
      <dgm:prSet/>
      <dgm:spPr/>
      <dgm:t>
        <a:bodyPr/>
        <a:lstStyle/>
        <a:p>
          <a:endParaRPr lang="en-US" sz="3200"/>
        </a:p>
      </dgm:t>
    </dgm:pt>
    <dgm:pt modelId="{F455DCBC-CF37-4C69-93FB-CD01A149D43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/>
            <a:t>SSM pre-processes → refined features → attention maximizes value</a:t>
          </a:r>
        </a:p>
      </dgm:t>
    </dgm:pt>
    <dgm:pt modelId="{DFBDF87D-66D2-463C-87C6-DCEE1E109A05}" type="parTrans" cxnId="{6D595227-6791-467B-8545-5342BD0C7420}">
      <dgm:prSet/>
      <dgm:spPr/>
      <dgm:t>
        <a:bodyPr/>
        <a:lstStyle/>
        <a:p>
          <a:endParaRPr lang="en-US" sz="3200"/>
        </a:p>
      </dgm:t>
    </dgm:pt>
    <dgm:pt modelId="{CB757DAE-E4B0-4461-BA5A-B6BEE6CB8D2F}" type="sibTrans" cxnId="{6D595227-6791-467B-8545-5342BD0C7420}">
      <dgm:prSet/>
      <dgm:spPr/>
      <dgm:t>
        <a:bodyPr/>
        <a:lstStyle/>
        <a:p>
          <a:endParaRPr lang="en-US" sz="3200"/>
        </a:p>
      </dgm:t>
    </dgm:pt>
    <dgm:pt modelId="{E4BE19F5-71DA-40FF-BAC2-69CAB12DD36D}" type="pres">
      <dgm:prSet presAssocID="{8DCE26CE-5000-4C97-880B-54B5BC8FDA3B}" presName="root" presStyleCnt="0">
        <dgm:presLayoutVars>
          <dgm:dir/>
          <dgm:resizeHandles val="exact"/>
        </dgm:presLayoutVars>
      </dgm:prSet>
      <dgm:spPr/>
    </dgm:pt>
    <dgm:pt modelId="{874381B0-2CAC-4CD3-8EDE-0F4722E1C521}" type="pres">
      <dgm:prSet presAssocID="{372CB7AF-18FF-4668-BA03-864AB2BE17D3}" presName="compNode" presStyleCnt="0"/>
      <dgm:spPr/>
    </dgm:pt>
    <dgm:pt modelId="{0795DCE3-3A1E-4FAB-AE45-D72992C4FE7E}" type="pres">
      <dgm:prSet presAssocID="{372CB7AF-18FF-4668-BA03-864AB2BE17D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Αποσυνδεδεμένο"/>
        </a:ext>
      </dgm:extLst>
    </dgm:pt>
    <dgm:pt modelId="{00E9B664-EEEA-4D33-AAE9-4980671ECCF2}" type="pres">
      <dgm:prSet presAssocID="{372CB7AF-18FF-4668-BA03-864AB2BE17D3}" presName="spaceRect" presStyleCnt="0"/>
      <dgm:spPr/>
    </dgm:pt>
    <dgm:pt modelId="{2ADAFFBD-87BB-4B15-9BBE-2FE40C17F7F0}" type="pres">
      <dgm:prSet presAssocID="{372CB7AF-18FF-4668-BA03-864AB2BE17D3}" presName="textRect" presStyleLbl="revTx" presStyleIdx="0" presStyleCnt="3">
        <dgm:presLayoutVars>
          <dgm:chMax val="1"/>
          <dgm:chPref val="1"/>
        </dgm:presLayoutVars>
      </dgm:prSet>
      <dgm:spPr/>
    </dgm:pt>
    <dgm:pt modelId="{5B1C0B01-8A51-4797-B735-C43CBEBA5BA0}" type="pres">
      <dgm:prSet presAssocID="{888A0E5F-99DE-4092-A461-4E0471EDF3F2}" presName="sibTrans" presStyleCnt="0"/>
      <dgm:spPr/>
    </dgm:pt>
    <dgm:pt modelId="{313440B2-915A-4C28-BD8F-3784359DCDA7}" type="pres">
      <dgm:prSet presAssocID="{8B1C21BA-93E4-4039-9958-8F877DAC947A}" presName="compNode" presStyleCnt="0"/>
      <dgm:spPr/>
    </dgm:pt>
    <dgm:pt modelId="{C63E98D7-47B4-40D4-B9AC-A9863DE23526}" type="pres">
      <dgm:prSet presAssocID="{8B1C21BA-93E4-4039-9958-8F877DAC947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115314C-7CFB-4C1C-9B3D-145EEEF6457F}" type="pres">
      <dgm:prSet presAssocID="{8B1C21BA-93E4-4039-9958-8F877DAC947A}" presName="spaceRect" presStyleCnt="0"/>
      <dgm:spPr/>
    </dgm:pt>
    <dgm:pt modelId="{137F58D3-54D9-4C2B-B217-6B618300BB9B}" type="pres">
      <dgm:prSet presAssocID="{8B1C21BA-93E4-4039-9958-8F877DAC947A}" presName="textRect" presStyleLbl="revTx" presStyleIdx="1" presStyleCnt="3">
        <dgm:presLayoutVars>
          <dgm:chMax val="1"/>
          <dgm:chPref val="1"/>
        </dgm:presLayoutVars>
      </dgm:prSet>
      <dgm:spPr/>
    </dgm:pt>
    <dgm:pt modelId="{CD35CAC3-558C-4B76-9C90-40474CCC6E1C}" type="pres">
      <dgm:prSet presAssocID="{9AF5EE8D-66B5-472C-B062-1BB98F97EF4A}" presName="sibTrans" presStyleCnt="0"/>
      <dgm:spPr/>
    </dgm:pt>
    <dgm:pt modelId="{D7CCE183-7489-40AA-8FA8-739436B1B45C}" type="pres">
      <dgm:prSet presAssocID="{F455DCBC-CF37-4C69-93FB-CD01A149D435}" presName="compNode" presStyleCnt="0"/>
      <dgm:spPr/>
    </dgm:pt>
    <dgm:pt modelId="{FB5A670F-CB08-4D1C-829F-CB9242AF29D1}" type="pres">
      <dgm:prSet presAssocID="{F455DCBC-CF37-4C69-93FB-CD01A149D43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Σημάδι ελέγχου"/>
        </a:ext>
      </dgm:extLst>
    </dgm:pt>
    <dgm:pt modelId="{D57E774D-7343-4293-8546-F9B1C6D29E16}" type="pres">
      <dgm:prSet presAssocID="{F455DCBC-CF37-4C69-93FB-CD01A149D435}" presName="spaceRect" presStyleCnt="0"/>
      <dgm:spPr/>
    </dgm:pt>
    <dgm:pt modelId="{854961F8-7635-4320-BBB7-C28E8CED22D5}" type="pres">
      <dgm:prSet presAssocID="{F455DCBC-CF37-4C69-93FB-CD01A149D43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D595227-6791-467B-8545-5342BD0C7420}" srcId="{8DCE26CE-5000-4C97-880B-54B5BC8FDA3B}" destId="{F455DCBC-CF37-4C69-93FB-CD01A149D435}" srcOrd="2" destOrd="0" parTransId="{DFBDF87D-66D2-463C-87C6-DCEE1E109A05}" sibTransId="{CB757DAE-E4B0-4461-BA5A-B6BEE6CB8D2F}"/>
    <dgm:cxn modelId="{8805DE40-FB68-4DDB-8630-8940DD38F6BD}" srcId="{8DCE26CE-5000-4C97-880B-54B5BC8FDA3B}" destId="{8B1C21BA-93E4-4039-9958-8F877DAC947A}" srcOrd="1" destOrd="0" parTransId="{62D030A1-A315-4373-A863-D4BC9AA5FC4F}" sibTransId="{9AF5EE8D-66B5-472C-B062-1BB98F97EF4A}"/>
    <dgm:cxn modelId="{60F1DB45-9B8D-4007-986D-66AB72CBBCFC}" type="presOf" srcId="{372CB7AF-18FF-4668-BA03-864AB2BE17D3}" destId="{2ADAFFBD-87BB-4B15-9BBE-2FE40C17F7F0}" srcOrd="0" destOrd="0" presId="urn:microsoft.com/office/officeart/2018/2/layout/IconLabelList"/>
    <dgm:cxn modelId="{FF51AB54-990C-4ADA-8734-4AAA27E0A4BE}" type="presOf" srcId="{8DCE26CE-5000-4C97-880B-54B5BC8FDA3B}" destId="{E4BE19F5-71DA-40FF-BAC2-69CAB12DD36D}" srcOrd="0" destOrd="0" presId="urn:microsoft.com/office/officeart/2018/2/layout/IconLabelList"/>
    <dgm:cxn modelId="{E9E8D3A7-6A8D-4416-A48D-17C45A845603}" srcId="{8DCE26CE-5000-4C97-880B-54B5BC8FDA3B}" destId="{372CB7AF-18FF-4668-BA03-864AB2BE17D3}" srcOrd="0" destOrd="0" parTransId="{1FFE8816-845A-479F-8A1A-6E16A22DE069}" sibTransId="{888A0E5F-99DE-4092-A461-4E0471EDF3F2}"/>
    <dgm:cxn modelId="{9F871BBD-3AEC-4F1A-9A1E-8CCB7774DACD}" type="presOf" srcId="{8B1C21BA-93E4-4039-9958-8F877DAC947A}" destId="{137F58D3-54D9-4C2B-B217-6B618300BB9B}" srcOrd="0" destOrd="0" presId="urn:microsoft.com/office/officeart/2018/2/layout/IconLabelList"/>
    <dgm:cxn modelId="{0B00C1F2-69CD-4C46-807C-740742979DDC}" type="presOf" srcId="{F455DCBC-CF37-4C69-93FB-CD01A149D435}" destId="{854961F8-7635-4320-BBB7-C28E8CED22D5}" srcOrd="0" destOrd="0" presId="urn:microsoft.com/office/officeart/2018/2/layout/IconLabelList"/>
    <dgm:cxn modelId="{F8C9C9DB-1FA0-4825-88EB-E8B47CA55542}" type="presParOf" srcId="{E4BE19F5-71DA-40FF-BAC2-69CAB12DD36D}" destId="{874381B0-2CAC-4CD3-8EDE-0F4722E1C521}" srcOrd="0" destOrd="0" presId="urn:microsoft.com/office/officeart/2018/2/layout/IconLabelList"/>
    <dgm:cxn modelId="{66398E39-ED49-4DEF-9B5D-868212B321DA}" type="presParOf" srcId="{874381B0-2CAC-4CD3-8EDE-0F4722E1C521}" destId="{0795DCE3-3A1E-4FAB-AE45-D72992C4FE7E}" srcOrd="0" destOrd="0" presId="urn:microsoft.com/office/officeart/2018/2/layout/IconLabelList"/>
    <dgm:cxn modelId="{C444FD1D-9DFD-47BB-A008-503A133A29B1}" type="presParOf" srcId="{874381B0-2CAC-4CD3-8EDE-0F4722E1C521}" destId="{00E9B664-EEEA-4D33-AAE9-4980671ECCF2}" srcOrd="1" destOrd="0" presId="urn:microsoft.com/office/officeart/2018/2/layout/IconLabelList"/>
    <dgm:cxn modelId="{F6DC4565-70D1-4737-B6D2-E40608054CDA}" type="presParOf" srcId="{874381B0-2CAC-4CD3-8EDE-0F4722E1C521}" destId="{2ADAFFBD-87BB-4B15-9BBE-2FE40C17F7F0}" srcOrd="2" destOrd="0" presId="urn:microsoft.com/office/officeart/2018/2/layout/IconLabelList"/>
    <dgm:cxn modelId="{2592B16D-0308-4CB3-A175-1A158840C4AA}" type="presParOf" srcId="{E4BE19F5-71DA-40FF-BAC2-69CAB12DD36D}" destId="{5B1C0B01-8A51-4797-B735-C43CBEBA5BA0}" srcOrd="1" destOrd="0" presId="urn:microsoft.com/office/officeart/2018/2/layout/IconLabelList"/>
    <dgm:cxn modelId="{A33C995B-8896-474D-869B-03C8D5056094}" type="presParOf" srcId="{E4BE19F5-71DA-40FF-BAC2-69CAB12DD36D}" destId="{313440B2-915A-4C28-BD8F-3784359DCDA7}" srcOrd="2" destOrd="0" presId="urn:microsoft.com/office/officeart/2018/2/layout/IconLabelList"/>
    <dgm:cxn modelId="{EB285B42-E38E-403F-B3BB-F60FACF94AF8}" type="presParOf" srcId="{313440B2-915A-4C28-BD8F-3784359DCDA7}" destId="{C63E98D7-47B4-40D4-B9AC-A9863DE23526}" srcOrd="0" destOrd="0" presId="urn:microsoft.com/office/officeart/2018/2/layout/IconLabelList"/>
    <dgm:cxn modelId="{899CB84C-F8E5-4F35-8CDA-81A00FBB6E34}" type="presParOf" srcId="{313440B2-915A-4C28-BD8F-3784359DCDA7}" destId="{E115314C-7CFB-4C1C-9B3D-145EEEF6457F}" srcOrd="1" destOrd="0" presId="urn:microsoft.com/office/officeart/2018/2/layout/IconLabelList"/>
    <dgm:cxn modelId="{54D1CD1F-19F7-4562-A5D8-D6713906B62B}" type="presParOf" srcId="{313440B2-915A-4C28-BD8F-3784359DCDA7}" destId="{137F58D3-54D9-4C2B-B217-6B618300BB9B}" srcOrd="2" destOrd="0" presId="urn:microsoft.com/office/officeart/2018/2/layout/IconLabelList"/>
    <dgm:cxn modelId="{72231A87-B387-491B-BFB1-523B49B59386}" type="presParOf" srcId="{E4BE19F5-71DA-40FF-BAC2-69CAB12DD36D}" destId="{CD35CAC3-558C-4B76-9C90-40474CCC6E1C}" srcOrd="3" destOrd="0" presId="urn:microsoft.com/office/officeart/2018/2/layout/IconLabelList"/>
    <dgm:cxn modelId="{90975946-F916-4F9F-8EDA-1D0A8FB6583D}" type="presParOf" srcId="{E4BE19F5-71DA-40FF-BAC2-69CAB12DD36D}" destId="{D7CCE183-7489-40AA-8FA8-739436B1B45C}" srcOrd="4" destOrd="0" presId="urn:microsoft.com/office/officeart/2018/2/layout/IconLabelList"/>
    <dgm:cxn modelId="{A0BD007C-F260-418A-A8EB-88014D78B447}" type="presParOf" srcId="{D7CCE183-7489-40AA-8FA8-739436B1B45C}" destId="{FB5A670F-CB08-4D1C-829F-CB9242AF29D1}" srcOrd="0" destOrd="0" presId="urn:microsoft.com/office/officeart/2018/2/layout/IconLabelList"/>
    <dgm:cxn modelId="{B6508038-DB16-4885-875A-042F01A8B7B6}" type="presParOf" srcId="{D7CCE183-7489-40AA-8FA8-739436B1B45C}" destId="{D57E774D-7343-4293-8546-F9B1C6D29E16}" srcOrd="1" destOrd="0" presId="urn:microsoft.com/office/officeart/2018/2/layout/IconLabelList"/>
    <dgm:cxn modelId="{0B4D920A-1236-4D08-BF45-DFD388147FA6}" type="presParOf" srcId="{D7CCE183-7489-40AA-8FA8-739436B1B45C}" destId="{854961F8-7635-4320-BBB7-C28E8CED22D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9A18BE9-A7BD-4FAB-9280-3D8322E52525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752077-62A5-4539-805F-7399C3162337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pt-BR" sz="1800"/>
            <a:t>Causal conV → Regular conv </a:t>
          </a:r>
          <a:endParaRPr lang="en-US" sz="1800"/>
        </a:p>
      </dgm:t>
    </dgm:pt>
    <dgm:pt modelId="{275CF69C-D349-451C-B4A0-465422870090}" type="parTrans" cxnId="{7085DB09-6B5F-4EFF-821A-6009B076391A}">
      <dgm:prSet/>
      <dgm:spPr/>
      <dgm:t>
        <a:bodyPr/>
        <a:lstStyle/>
        <a:p>
          <a:endParaRPr lang="en-US" sz="2400"/>
        </a:p>
      </dgm:t>
    </dgm:pt>
    <dgm:pt modelId="{D5568B11-21C6-48D6-A962-D4BA9193F874}" type="sibTrans" cxnId="{7085DB09-6B5F-4EFF-821A-6009B076391A}">
      <dgm:prSet/>
      <dgm:spPr/>
      <dgm:t>
        <a:bodyPr/>
        <a:lstStyle/>
        <a:p>
          <a:endParaRPr lang="en-US" sz="2400"/>
        </a:p>
      </dgm:t>
    </dgm:pt>
    <dgm:pt modelId="{4895615C-73FC-42E7-8053-69B8D4D7D7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Improved performance across all metrics</a:t>
          </a:r>
        </a:p>
      </dgm:t>
    </dgm:pt>
    <dgm:pt modelId="{819F1405-E7A7-4E4C-B2D4-E50FAF060C5F}" type="parTrans" cxnId="{FE69F5A3-4067-450B-AA83-C90A50E44AE2}">
      <dgm:prSet/>
      <dgm:spPr/>
      <dgm:t>
        <a:bodyPr/>
        <a:lstStyle/>
        <a:p>
          <a:endParaRPr lang="en-US" sz="2400"/>
        </a:p>
      </dgm:t>
    </dgm:pt>
    <dgm:pt modelId="{17624D47-DF0D-4A8D-A875-694B950E5C7C}" type="sibTrans" cxnId="{FE69F5A3-4067-450B-AA83-C90A50E44AE2}">
      <dgm:prSet/>
      <dgm:spPr/>
      <dgm:t>
        <a:bodyPr/>
        <a:lstStyle/>
        <a:p>
          <a:endParaRPr lang="en-US" sz="2400"/>
        </a:p>
      </dgm:t>
    </dgm:pt>
    <dgm:pt modelId="{3A825F85-CCEA-4369-AD29-9E6C75C04D0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/>
            <a:t>Gating</a:t>
          </a:r>
          <a:r>
            <a:rPr lang="pt-BR" sz="1800"/>
            <a:t> → Concat</a:t>
          </a:r>
          <a:endParaRPr lang="en-US" sz="1800"/>
        </a:p>
      </dgm:t>
    </dgm:pt>
    <dgm:pt modelId="{7ED3CFED-3B69-4C04-A65D-6D840F1D9F1E}" type="parTrans" cxnId="{9B21BBFB-E53D-4C04-9B3D-F4A1A585364D}">
      <dgm:prSet/>
      <dgm:spPr/>
      <dgm:t>
        <a:bodyPr/>
        <a:lstStyle/>
        <a:p>
          <a:endParaRPr lang="en-US" sz="2400"/>
        </a:p>
      </dgm:t>
    </dgm:pt>
    <dgm:pt modelId="{1D9CC9B0-87CB-46E7-83D8-70EEF8E8B8EA}" type="sibTrans" cxnId="{9B21BBFB-E53D-4C04-9B3D-F4A1A585364D}">
      <dgm:prSet/>
      <dgm:spPr/>
      <dgm:t>
        <a:bodyPr/>
        <a:lstStyle/>
        <a:p>
          <a:endParaRPr lang="en-US" sz="2400"/>
        </a:p>
      </dgm:t>
    </dgm:pt>
    <dgm:pt modelId="{582A8E1F-91DF-48AC-A793-25A3A01460B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Learns richer feature representations</a:t>
          </a:r>
        </a:p>
      </dgm:t>
    </dgm:pt>
    <dgm:pt modelId="{3AA23012-61CF-4882-B021-4FE066194329}" type="parTrans" cxnId="{A18ED2D5-7C4B-4A80-B8EE-384210EF9681}">
      <dgm:prSet/>
      <dgm:spPr/>
      <dgm:t>
        <a:bodyPr/>
        <a:lstStyle/>
        <a:p>
          <a:endParaRPr lang="en-US" sz="2400"/>
        </a:p>
      </dgm:t>
    </dgm:pt>
    <dgm:pt modelId="{F573C264-E2DD-4C7C-81F5-460DD5F2B035}" type="sibTrans" cxnId="{A18ED2D5-7C4B-4A80-B8EE-384210EF9681}">
      <dgm:prSet/>
      <dgm:spPr/>
      <dgm:t>
        <a:bodyPr/>
        <a:lstStyle/>
        <a:p>
          <a:endParaRPr lang="en-US" sz="2400"/>
        </a:p>
      </dgm:t>
    </dgm:pt>
    <dgm:pt modelId="{1795841C-514F-4148-A26C-6E99F587038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Enhanced global context understanding</a:t>
          </a:r>
        </a:p>
      </dgm:t>
    </dgm:pt>
    <dgm:pt modelId="{E604B2F7-4EE3-4DAA-A4B6-09A9B7526246}" type="parTrans" cxnId="{91C4998A-EA72-4ECB-BF21-401DD2B8C31B}">
      <dgm:prSet/>
      <dgm:spPr/>
      <dgm:t>
        <a:bodyPr/>
        <a:lstStyle/>
        <a:p>
          <a:endParaRPr lang="en-US" sz="2400"/>
        </a:p>
      </dgm:t>
    </dgm:pt>
    <dgm:pt modelId="{BDF8BCDD-437E-4163-B260-60640B8DEBF4}" type="sibTrans" cxnId="{91C4998A-EA72-4ECB-BF21-401DD2B8C31B}">
      <dgm:prSet/>
      <dgm:spPr/>
      <dgm:t>
        <a:bodyPr/>
        <a:lstStyle/>
        <a:p>
          <a:endParaRPr lang="en-US" sz="2400"/>
        </a:p>
      </dgm:t>
    </dgm:pt>
    <dgm:pt modelId="{40B3C34F-83DC-4FB7-89E9-E4416AEFF52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800" dirty="0"/>
            <a:t>Symmetric dual-branch:</a:t>
          </a:r>
        </a:p>
      </dgm:t>
    </dgm:pt>
    <dgm:pt modelId="{D051E531-8CB1-4744-9F7B-FEA36D243455}" type="parTrans" cxnId="{F3D3798F-31AB-498C-9E81-276127B4403A}">
      <dgm:prSet/>
      <dgm:spPr/>
      <dgm:t>
        <a:bodyPr/>
        <a:lstStyle/>
        <a:p>
          <a:endParaRPr lang="en-US" sz="2400"/>
        </a:p>
      </dgm:t>
    </dgm:pt>
    <dgm:pt modelId="{88A60386-445E-48F6-A074-286A56E79F71}" type="sibTrans" cxnId="{F3D3798F-31AB-498C-9E81-276127B4403A}">
      <dgm:prSet/>
      <dgm:spPr/>
      <dgm:t>
        <a:bodyPr/>
        <a:lstStyle/>
        <a:p>
          <a:endParaRPr lang="en-US" sz="2400"/>
        </a:p>
      </dgm:t>
    </dgm:pt>
    <dgm:pt modelId="{3447FDE1-350C-49D9-9365-AB5B87CC26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Branch 1: Selective Scan (long-range)</a:t>
          </a:r>
        </a:p>
      </dgm:t>
    </dgm:pt>
    <dgm:pt modelId="{C29C8D92-A1FD-41BF-B5B3-5B645DEC5E5E}" type="parTrans" cxnId="{7B480B74-8F94-43B7-A155-2E6D4998D986}">
      <dgm:prSet/>
      <dgm:spPr/>
      <dgm:t>
        <a:bodyPr/>
        <a:lstStyle/>
        <a:p>
          <a:endParaRPr lang="en-US" sz="2400"/>
        </a:p>
      </dgm:t>
    </dgm:pt>
    <dgm:pt modelId="{4B35EB78-B973-4F4D-A0C1-7A565F4B8FF4}" type="sibTrans" cxnId="{7B480B74-8F94-43B7-A155-2E6D4998D986}">
      <dgm:prSet/>
      <dgm:spPr/>
      <dgm:t>
        <a:bodyPr/>
        <a:lstStyle/>
        <a:p>
          <a:endParaRPr lang="en-US" sz="2400"/>
        </a:p>
      </dgm:t>
    </dgm:pt>
    <dgm:pt modelId="{9A7A7D93-F401-4C94-84D7-BBF96D9C326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Branch 2: Additional conv</a:t>
          </a:r>
        </a:p>
      </dgm:t>
    </dgm:pt>
    <dgm:pt modelId="{0D22EC5E-2614-4340-892F-4A86A6CBC070}" type="parTrans" cxnId="{5A59255A-E105-429B-AACB-C91B359BD46A}">
      <dgm:prSet/>
      <dgm:spPr/>
      <dgm:t>
        <a:bodyPr/>
        <a:lstStyle/>
        <a:p>
          <a:endParaRPr lang="en-US" sz="2400"/>
        </a:p>
      </dgm:t>
    </dgm:pt>
    <dgm:pt modelId="{7408ED2D-AF7A-4AEC-90DF-123161281E54}" type="sibTrans" cxnId="{5A59255A-E105-429B-AACB-C91B359BD46A}">
      <dgm:prSet/>
      <dgm:spPr/>
      <dgm:t>
        <a:bodyPr/>
        <a:lstStyle/>
        <a:p>
          <a:endParaRPr lang="en-US" sz="2400"/>
        </a:p>
      </dgm:t>
    </dgm:pt>
    <dgm:pt modelId="{46F38134-F562-43FF-AC6C-580BD5C74D9E}" type="pres">
      <dgm:prSet presAssocID="{69A18BE9-A7BD-4FAB-9280-3D8322E52525}" presName="root" presStyleCnt="0">
        <dgm:presLayoutVars>
          <dgm:dir/>
          <dgm:resizeHandles val="exact"/>
        </dgm:presLayoutVars>
      </dgm:prSet>
      <dgm:spPr/>
    </dgm:pt>
    <dgm:pt modelId="{4888874D-AC64-4277-B44F-13C0AD7A46AA}" type="pres">
      <dgm:prSet presAssocID="{05752077-62A5-4539-805F-7399C3162337}" presName="compNode" presStyleCnt="0"/>
      <dgm:spPr/>
    </dgm:pt>
    <dgm:pt modelId="{12F44BFE-0292-4F10-8D5B-16949DB68DC3}" type="pres">
      <dgm:prSet presAssocID="{05752077-62A5-4539-805F-7399C316233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9C46EBC-D1DA-4C3F-B26B-70A4C86BC4A2}" type="pres">
      <dgm:prSet presAssocID="{05752077-62A5-4539-805F-7399C3162337}" presName="iconSpace" presStyleCnt="0"/>
      <dgm:spPr/>
    </dgm:pt>
    <dgm:pt modelId="{3084B756-2405-4470-B095-4E31E39A05C0}" type="pres">
      <dgm:prSet presAssocID="{05752077-62A5-4539-805F-7399C3162337}" presName="parTx" presStyleLbl="revTx" presStyleIdx="0" presStyleCnt="6">
        <dgm:presLayoutVars>
          <dgm:chMax val="0"/>
          <dgm:chPref val="0"/>
        </dgm:presLayoutVars>
      </dgm:prSet>
      <dgm:spPr/>
    </dgm:pt>
    <dgm:pt modelId="{C0871940-8757-475D-BC44-D8CF61ED9447}" type="pres">
      <dgm:prSet presAssocID="{05752077-62A5-4539-805F-7399C3162337}" presName="txSpace" presStyleCnt="0"/>
      <dgm:spPr/>
    </dgm:pt>
    <dgm:pt modelId="{FBF36D18-BAFA-407B-B45C-C92EF6859C18}" type="pres">
      <dgm:prSet presAssocID="{05752077-62A5-4539-805F-7399C3162337}" presName="desTx" presStyleLbl="revTx" presStyleIdx="1" presStyleCnt="6">
        <dgm:presLayoutVars/>
      </dgm:prSet>
      <dgm:spPr/>
    </dgm:pt>
    <dgm:pt modelId="{553361B0-EA0D-453F-8FE9-D5D4400FDB6B}" type="pres">
      <dgm:prSet presAssocID="{D5568B11-21C6-48D6-A962-D4BA9193F874}" presName="sibTrans" presStyleCnt="0"/>
      <dgm:spPr/>
    </dgm:pt>
    <dgm:pt modelId="{4CA59B32-C36D-4BEF-A28B-FBBB37A13F37}" type="pres">
      <dgm:prSet presAssocID="{3A825F85-CCEA-4369-AD29-9E6C75C04D03}" presName="compNode" presStyleCnt="0"/>
      <dgm:spPr/>
    </dgm:pt>
    <dgm:pt modelId="{D793CABD-F9B2-465D-AE34-CB0885A353E0}" type="pres">
      <dgm:prSet presAssocID="{3A825F85-CCEA-4369-AD29-9E6C75C04D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4C18D1A-0859-48D2-9E0A-982B8C269310}" type="pres">
      <dgm:prSet presAssocID="{3A825F85-CCEA-4369-AD29-9E6C75C04D03}" presName="iconSpace" presStyleCnt="0"/>
      <dgm:spPr/>
    </dgm:pt>
    <dgm:pt modelId="{FEA63171-C9AE-4E36-89BB-E1C90D580098}" type="pres">
      <dgm:prSet presAssocID="{3A825F85-CCEA-4369-AD29-9E6C75C04D03}" presName="parTx" presStyleLbl="revTx" presStyleIdx="2" presStyleCnt="6">
        <dgm:presLayoutVars>
          <dgm:chMax val="0"/>
          <dgm:chPref val="0"/>
        </dgm:presLayoutVars>
      </dgm:prSet>
      <dgm:spPr/>
    </dgm:pt>
    <dgm:pt modelId="{797527CF-C509-40FB-8182-FD0F1ACCE609}" type="pres">
      <dgm:prSet presAssocID="{3A825F85-CCEA-4369-AD29-9E6C75C04D03}" presName="txSpace" presStyleCnt="0"/>
      <dgm:spPr/>
    </dgm:pt>
    <dgm:pt modelId="{752F3D59-4B5B-4339-B042-EF8758F8C593}" type="pres">
      <dgm:prSet presAssocID="{3A825F85-CCEA-4369-AD29-9E6C75C04D03}" presName="desTx" presStyleLbl="revTx" presStyleIdx="3" presStyleCnt="6">
        <dgm:presLayoutVars/>
      </dgm:prSet>
      <dgm:spPr/>
    </dgm:pt>
    <dgm:pt modelId="{46AFFB84-8DE6-40D5-8643-4AB1AB9277EF}" type="pres">
      <dgm:prSet presAssocID="{1D9CC9B0-87CB-46E7-83D8-70EEF8E8B8EA}" presName="sibTrans" presStyleCnt="0"/>
      <dgm:spPr/>
    </dgm:pt>
    <dgm:pt modelId="{85DBC4C4-4598-4C6D-A4AE-518E1E067CEF}" type="pres">
      <dgm:prSet presAssocID="{40B3C34F-83DC-4FB7-89E9-E4416AEFF522}" presName="compNode" presStyleCnt="0"/>
      <dgm:spPr/>
    </dgm:pt>
    <dgm:pt modelId="{98A2C309-1498-4721-A008-425260F72D90}" type="pres">
      <dgm:prSet presAssocID="{40B3C34F-83DC-4FB7-89E9-E4416AEFF52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6263DFCE-D22E-485C-989C-A4463B293FA3}" type="pres">
      <dgm:prSet presAssocID="{40B3C34F-83DC-4FB7-89E9-E4416AEFF522}" presName="iconSpace" presStyleCnt="0"/>
      <dgm:spPr/>
    </dgm:pt>
    <dgm:pt modelId="{41FD2510-912F-49FD-BB97-D3F5FB70CEBF}" type="pres">
      <dgm:prSet presAssocID="{40B3C34F-83DC-4FB7-89E9-E4416AEFF522}" presName="parTx" presStyleLbl="revTx" presStyleIdx="4" presStyleCnt="6">
        <dgm:presLayoutVars>
          <dgm:chMax val="0"/>
          <dgm:chPref val="0"/>
        </dgm:presLayoutVars>
      </dgm:prSet>
      <dgm:spPr/>
    </dgm:pt>
    <dgm:pt modelId="{F7DB103A-4800-4087-8DBF-9304BC7FF7BC}" type="pres">
      <dgm:prSet presAssocID="{40B3C34F-83DC-4FB7-89E9-E4416AEFF522}" presName="txSpace" presStyleCnt="0"/>
      <dgm:spPr/>
    </dgm:pt>
    <dgm:pt modelId="{98963291-378C-49C7-A363-192C501D272B}" type="pres">
      <dgm:prSet presAssocID="{40B3C34F-83DC-4FB7-89E9-E4416AEFF522}" presName="desTx" presStyleLbl="revTx" presStyleIdx="5" presStyleCnt="6">
        <dgm:presLayoutVars/>
      </dgm:prSet>
      <dgm:spPr/>
    </dgm:pt>
  </dgm:ptLst>
  <dgm:cxnLst>
    <dgm:cxn modelId="{AA5CA108-2F78-4D96-91CE-81B5DA9385A9}" type="presOf" srcId="{40B3C34F-83DC-4FB7-89E9-E4416AEFF522}" destId="{41FD2510-912F-49FD-BB97-D3F5FB70CEBF}" srcOrd="0" destOrd="0" presId="urn:microsoft.com/office/officeart/2018/2/layout/IconLabelDescriptionList"/>
    <dgm:cxn modelId="{7085DB09-6B5F-4EFF-821A-6009B076391A}" srcId="{69A18BE9-A7BD-4FAB-9280-3D8322E52525}" destId="{05752077-62A5-4539-805F-7399C3162337}" srcOrd="0" destOrd="0" parTransId="{275CF69C-D349-451C-B4A0-465422870090}" sibTransId="{D5568B11-21C6-48D6-A962-D4BA9193F874}"/>
    <dgm:cxn modelId="{204FF421-AE34-4CEF-9E77-1FA4618837CE}" type="presOf" srcId="{1795841C-514F-4148-A26C-6E99F5870381}" destId="{752F3D59-4B5B-4339-B042-EF8758F8C593}" srcOrd="0" destOrd="1" presId="urn:microsoft.com/office/officeart/2018/2/layout/IconLabelDescriptionList"/>
    <dgm:cxn modelId="{909EDD25-4AF6-4095-AE9F-2D2F43F826DE}" type="presOf" srcId="{9A7A7D93-F401-4C94-84D7-BBF96D9C3268}" destId="{98963291-378C-49C7-A363-192C501D272B}" srcOrd="0" destOrd="1" presId="urn:microsoft.com/office/officeart/2018/2/layout/IconLabelDescriptionList"/>
    <dgm:cxn modelId="{873F394B-D44F-4534-B6B1-F875FDA72C37}" type="presOf" srcId="{4895615C-73FC-42E7-8053-69B8D4D7D7A8}" destId="{FBF36D18-BAFA-407B-B45C-C92EF6859C18}" srcOrd="0" destOrd="0" presId="urn:microsoft.com/office/officeart/2018/2/layout/IconLabelDescriptionList"/>
    <dgm:cxn modelId="{7B480B74-8F94-43B7-A155-2E6D4998D986}" srcId="{40B3C34F-83DC-4FB7-89E9-E4416AEFF522}" destId="{3447FDE1-350C-49D9-9365-AB5B87CC26D8}" srcOrd="0" destOrd="0" parTransId="{C29C8D92-A1FD-41BF-B5B3-5B645DEC5E5E}" sibTransId="{4B35EB78-B973-4F4D-A0C1-7A565F4B8FF4}"/>
    <dgm:cxn modelId="{5A59255A-E105-429B-AACB-C91B359BD46A}" srcId="{40B3C34F-83DC-4FB7-89E9-E4416AEFF522}" destId="{9A7A7D93-F401-4C94-84D7-BBF96D9C3268}" srcOrd="1" destOrd="0" parTransId="{0D22EC5E-2614-4340-892F-4A86A6CBC070}" sibTransId="{7408ED2D-AF7A-4AEC-90DF-123161281E54}"/>
    <dgm:cxn modelId="{B9BEE880-145F-407B-9659-E0EFD748B253}" type="presOf" srcId="{582A8E1F-91DF-48AC-A793-25A3A01460BA}" destId="{752F3D59-4B5B-4339-B042-EF8758F8C593}" srcOrd="0" destOrd="0" presId="urn:microsoft.com/office/officeart/2018/2/layout/IconLabelDescriptionList"/>
    <dgm:cxn modelId="{91C4998A-EA72-4ECB-BF21-401DD2B8C31B}" srcId="{3A825F85-CCEA-4369-AD29-9E6C75C04D03}" destId="{1795841C-514F-4148-A26C-6E99F5870381}" srcOrd="1" destOrd="0" parTransId="{E604B2F7-4EE3-4DAA-A4B6-09A9B7526246}" sibTransId="{BDF8BCDD-437E-4163-B260-60640B8DEBF4}"/>
    <dgm:cxn modelId="{1A57D68C-E5B7-42D0-B21F-06F1B01ED31D}" type="presOf" srcId="{3A825F85-CCEA-4369-AD29-9E6C75C04D03}" destId="{FEA63171-C9AE-4E36-89BB-E1C90D580098}" srcOrd="0" destOrd="0" presId="urn:microsoft.com/office/officeart/2018/2/layout/IconLabelDescriptionList"/>
    <dgm:cxn modelId="{F3D3798F-31AB-498C-9E81-276127B4403A}" srcId="{69A18BE9-A7BD-4FAB-9280-3D8322E52525}" destId="{40B3C34F-83DC-4FB7-89E9-E4416AEFF522}" srcOrd="2" destOrd="0" parTransId="{D051E531-8CB1-4744-9F7B-FEA36D243455}" sibTransId="{88A60386-445E-48F6-A074-286A56E79F71}"/>
    <dgm:cxn modelId="{FE69F5A3-4067-450B-AA83-C90A50E44AE2}" srcId="{05752077-62A5-4539-805F-7399C3162337}" destId="{4895615C-73FC-42E7-8053-69B8D4D7D7A8}" srcOrd="0" destOrd="0" parTransId="{819F1405-E7A7-4E4C-B2D4-E50FAF060C5F}" sibTransId="{17624D47-DF0D-4A8D-A875-694B950E5C7C}"/>
    <dgm:cxn modelId="{B4FA61C6-5168-4285-8FB3-69EB93A989F8}" type="presOf" srcId="{3447FDE1-350C-49D9-9365-AB5B87CC26D8}" destId="{98963291-378C-49C7-A363-192C501D272B}" srcOrd="0" destOrd="0" presId="urn:microsoft.com/office/officeart/2018/2/layout/IconLabelDescriptionList"/>
    <dgm:cxn modelId="{A18ED2D5-7C4B-4A80-B8EE-384210EF9681}" srcId="{3A825F85-CCEA-4369-AD29-9E6C75C04D03}" destId="{582A8E1F-91DF-48AC-A793-25A3A01460BA}" srcOrd="0" destOrd="0" parTransId="{3AA23012-61CF-4882-B021-4FE066194329}" sibTransId="{F573C264-E2DD-4C7C-81F5-460DD5F2B035}"/>
    <dgm:cxn modelId="{E80230E0-026F-4DA6-AA19-1CC3268D30E1}" type="presOf" srcId="{69A18BE9-A7BD-4FAB-9280-3D8322E52525}" destId="{46F38134-F562-43FF-AC6C-580BD5C74D9E}" srcOrd="0" destOrd="0" presId="urn:microsoft.com/office/officeart/2018/2/layout/IconLabelDescriptionList"/>
    <dgm:cxn modelId="{A1BFE6E8-4AE9-46D1-9533-8D9854706F9B}" type="presOf" srcId="{05752077-62A5-4539-805F-7399C3162337}" destId="{3084B756-2405-4470-B095-4E31E39A05C0}" srcOrd="0" destOrd="0" presId="urn:microsoft.com/office/officeart/2018/2/layout/IconLabelDescriptionList"/>
    <dgm:cxn modelId="{9B21BBFB-E53D-4C04-9B3D-F4A1A585364D}" srcId="{69A18BE9-A7BD-4FAB-9280-3D8322E52525}" destId="{3A825F85-CCEA-4369-AD29-9E6C75C04D03}" srcOrd="1" destOrd="0" parTransId="{7ED3CFED-3B69-4C04-A65D-6D840F1D9F1E}" sibTransId="{1D9CC9B0-87CB-46E7-83D8-70EEF8E8B8EA}"/>
    <dgm:cxn modelId="{33547B95-6390-4477-95E6-2EFC4B6BB0E5}" type="presParOf" srcId="{46F38134-F562-43FF-AC6C-580BD5C74D9E}" destId="{4888874D-AC64-4277-B44F-13C0AD7A46AA}" srcOrd="0" destOrd="0" presId="urn:microsoft.com/office/officeart/2018/2/layout/IconLabelDescriptionList"/>
    <dgm:cxn modelId="{BA5DC189-3A43-408E-B692-8DBAF5360D28}" type="presParOf" srcId="{4888874D-AC64-4277-B44F-13C0AD7A46AA}" destId="{12F44BFE-0292-4F10-8D5B-16949DB68DC3}" srcOrd="0" destOrd="0" presId="urn:microsoft.com/office/officeart/2018/2/layout/IconLabelDescriptionList"/>
    <dgm:cxn modelId="{D03B03D7-DB0A-4510-9F4C-6EE37BC3A5FF}" type="presParOf" srcId="{4888874D-AC64-4277-B44F-13C0AD7A46AA}" destId="{F9C46EBC-D1DA-4C3F-B26B-70A4C86BC4A2}" srcOrd="1" destOrd="0" presId="urn:microsoft.com/office/officeart/2018/2/layout/IconLabelDescriptionList"/>
    <dgm:cxn modelId="{9FEB4D50-C221-4209-9271-EDA3C28A504D}" type="presParOf" srcId="{4888874D-AC64-4277-B44F-13C0AD7A46AA}" destId="{3084B756-2405-4470-B095-4E31E39A05C0}" srcOrd="2" destOrd="0" presId="urn:microsoft.com/office/officeart/2018/2/layout/IconLabelDescriptionList"/>
    <dgm:cxn modelId="{B901A91B-0FEA-42F6-9CF5-4C228920032A}" type="presParOf" srcId="{4888874D-AC64-4277-B44F-13C0AD7A46AA}" destId="{C0871940-8757-475D-BC44-D8CF61ED9447}" srcOrd="3" destOrd="0" presId="urn:microsoft.com/office/officeart/2018/2/layout/IconLabelDescriptionList"/>
    <dgm:cxn modelId="{5EDDD377-DA33-443B-941F-A0AB57E3EBB5}" type="presParOf" srcId="{4888874D-AC64-4277-B44F-13C0AD7A46AA}" destId="{FBF36D18-BAFA-407B-B45C-C92EF6859C18}" srcOrd="4" destOrd="0" presId="urn:microsoft.com/office/officeart/2018/2/layout/IconLabelDescriptionList"/>
    <dgm:cxn modelId="{AFDF6B33-3693-40B2-BDED-B7F29E49FD7A}" type="presParOf" srcId="{46F38134-F562-43FF-AC6C-580BD5C74D9E}" destId="{553361B0-EA0D-453F-8FE9-D5D4400FDB6B}" srcOrd="1" destOrd="0" presId="urn:microsoft.com/office/officeart/2018/2/layout/IconLabelDescriptionList"/>
    <dgm:cxn modelId="{1E8D6E76-F2EE-4E42-9788-D2AE98AB2880}" type="presParOf" srcId="{46F38134-F562-43FF-AC6C-580BD5C74D9E}" destId="{4CA59B32-C36D-4BEF-A28B-FBBB37A13F37}" srcOrd="2" destOrd="0" presId="urn:microsoft.com/office/officeart/2018/2/layout/IconLabelDescriptionList"/>
    <dgm:cxn modelId="{15031691-090D-4D40-88EB-72CD9F6258BF}" type="presParOf" srcId="{4CA59B32-C36D-4BEF-A28B-FBBB37A13F37}" destId="{D793CABD-F9B2-465D-AE34-CB0885A353E0}" srcOrd="0" destOrd="0" presId="urn:microsoft.com/office/officeart/2018/2/layout/IconLabelDescriptionList"/>
    <dgm:cxn modelId="{583391B9-18C9-4523-8A39-1CC4C584549E}" type="presParOf" srcId="{4CA59B32-C36D-4BEF-A28B-FBBB37A13F37}" destId="{C4C18D1A-0859-48D2-9E0A-982B8C269310}" srcOrd="1" destOrd="0" presId="urn:microsoft.com/office/officeart/2018/2/layout/IconLabelDescriptionList"/>
    <dgm:cxn modelId="{FB340893-75EC-41A4-8D0E-2917CF0B1E9B}" type="presParOf" srcId="{4CA59B32-C36D-4BEF-A28B-FBBB37A13F37}" destId="{FEA63171-C9AE-4E36-89BB-E1C90D580098}" srcOrd="2" destOrd="0" presId="urn:microsoft.com/office/officeart/2018/2/layout/IconLabelDescriptionList"/>
    <dgm:cxn modelId="{DCF70B16-8E86-48FE-A66F-8A13C72B9D0D}" type="presParOf" srcId="{4CA59B32-C36D-4BEF-A28B-FBBB37A13F37}" destId="{797527CF-C509-40FB-8182-FD0F1ACCE609}" srcOrd="3" destOrd="0" presId="urn:microsoft.com/office/officeart/2018/2/layout/IconLabelDescriptionList"/>
    <dgm:cxn modelId="{9BEE0B91-48D1-4B4F-8342-2B605527EAFF}" type="presParOf" srcId="{4CA59B32-C36D-4BEF-A28B-FBBB37A13F37}" destId="{752F3D59-4B5B-4339-B042-EF8758F8C593}" srcOrd="4" destOrd="0" presId="urn:microsoft.com/office/officeart/2018/2/layout/IconLabelDescriptionList"/>
    <dgm:cxn modelId="{160DC89A-AF0D-4089-B2E3-0C5DE70699FD}" type="presParOf" srcId="{46F38134-F562-43FF-AC6C-580BD5C74D9E}" destId="{46AFFB84-8DE6-40D5-8643-4AB1AB9277EF}" srcOrd="3" destOrd="0" presId="urn:microsoft.com/office/officeart/2018/2/layout/IconLabelDescriptionList"/>
    <dgm:cxn modelId="{394321FA-2CF4-433F-9E3B-21C429C1A27F}" type="presParOf" srcId="{46F38134-F562-43FF-AC6C-580BD5C74D9E}" destId="{85DBC4C4-4598-4C6D-A4AE-518E1E067CEF}" srcOrd="4" destOrd="0" presId="urn:microsoft.com/office/officeart/2018/2/layout/IconLabelDescriptionList"/>
    <dgm:cxn modelId="{492FAE90-BDAD-4E49-A31C-C3CBB9ADDD8F}" type="presParOf" srcId="{85DBC4C4-4598-4C6D-A4AE-518E1E067CEF}" destId="{98A2C309-1498-4721-A008-425260F72D90}" srcOrd="0" destOrd="0" presId="urn:microsoft.com/office/officeart/2018/2/layout/IconLabelDescriptionList"/>
    <dgm:cxn modelId="{CC8D505A-6E07-4C2C-BA7A-122F469CC4F6}" type="presParOf" srcId="{85DBC4C4-4598-4C6D-A4AE-518E1E067CEF}" destId="{6263DFCE-D22E-485C-989C-A4463B293FA3}" srcOrd="1" destOrd="0" presId="urn:microsoft.com/office/officeart/2018/2/layout/IconLabelDescriptionList"/>
    <dgm:cxn modelId="{9EA6AE6E-86FF-4394-9B91-8EE4057F03F4}" type="presParOf" srcId="{85DBC4C4-4598-4C6D-A4AE-518E1E067CEF}" destId="{41FD2510-912F-49FD-BB97-D3F5FB70CEBF}" srcOrd="2" destOrd="0" presId="urn:microsoft.com/office/officeart/2018/2/layout/IconLabelDescriptionList"/>
    <dgm:cxn modelId="{4205F329-3ABF-4B4A-B87B-81A753E1B0FB}" type="presParOf" srcId="{85DBC4C4-4598-4C6D-A4AE-518E1E067CEF}" destId="{F7DB103A-4800-4087-8DBF-9304BC7FF7BC}" srcOrd="3" destOrd="0" presId="urn:microsoft.com/office/officeart/2018/2/layout/IconLabelDescriptionList"/>
    <dgm:cxn modelId="{98F0E227-8389-4D09-AF9A-8288359717BE}" type="presParOf" srcId="{85DBC4C4-4598-4C6D-A4AE-518E1E067CEF}" destId="{98963291-378C-49C7-A363-192C501D272B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DF87CA4-6509-4D8D-90A0-E48CF7F234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FE3D5-F29F-40DF-A24C-7D19D12A70C8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Vision Backbone Evolution</a:t>
          </a:r>
        </a:p>
      </dgm:t>
    </dgm:pt>
    <dgm:pt modelId="{8A34B4BA-CE3C-4833-9A03-2749964E0E32}" type="parTrans" cxnId="{918FB367-F2DD-47B2-8DC3-DAFEDABFFBE5}">
      <dgm:prSet/>
      <dgm:spPr/>
      <dgm:t>
        <a:bodyPr/>
        <a:lstStyle/>
        <a:p>
          <a:endParaRPr lang="en-US" sz="2000"/>
        </a:p>
      </dgm:t>
    </dgm:pt>
    <dgm:pt modelId="{FB98A8EF-4CF7-4717-8AD8-4C97FA111019}" type="sibTrans" cxnId="{918FB367-F2DD-47B2-8DC3-DAFEDABFFBE5}">
      <dgm:prSet/>
      <dgm:spPr/>
      <dgm:t>
        <a:bodyPr/>
        <a:lstStyle/>
        <a:p>
          <a:endParaRPr lang="en-US" sz="2000"/>
        </a:p>
      </dgm:t>
    </dgm:pt>
    <dgm:pt modelId="{B0CBB064-1761-4D38-90AB-F034E3FACE18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 err="1">
              <a:noFill/>
            </a:rPr>
            <a:t>MambaVision</a:t>
          </a:r>
          <a:endParaRPr lang="en-US" sz="1400" dirty="0">
            <a:noFill/>
          </a:endParaRPr>
        </a:p>
      </dgm:t>
    </dgm:pt>
    <dgm:pt modelId="{E3689061-FAD6-4F70-9BC8-00ED9F291377}" type="parTrans" cxnId="{70634A35-1C2C-48C1-B5B7-B164D44612B0}">
      <dgm:prSet/>
      <dgm:spPr/>
      <dgm:t>
        <a:bodyPr/>
        <a:lstStyle/>
        <a:p>
          <a:endParaRPr lang="en-US" sz="2000"/>
        </a:p>
      </dgm:t>
    </dgm:pt>
    <dgm:pt modelId="{08C1C468-5D1D-4DD4-9D94-AE8EBEDA2A1F}" type="sibTrans" cxnId="{70634A35-1C2C-48C1-B5B7-B164D44612B0}">
      <dgm:prSet/>
      <dgm:spPr/>
      <dgm:t>
        <a:bodyPr/>
        <a:lstStyle/>
        <a:p>
          <a:endParaRPr lang="en-US" sz="2000"/>
        </a:p>
      </dgm:t>
    </dgm:pt>
    <dgm:pt modelId="{00387266-9D74-407C-BB6D-9D996F387B16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Key Innovations</a:t>
          </a:r>
        </a:p>
      </dgm:t>
    </dgm:pt>
    <dgm:pt modelId="{290A383A-34C8-42BA-B1EF-C3013511410C}" type="parTrans" cxnId="{0769C9A2-7E5F-47BC-B746-4D831EE11455}">
      <dgm:prSet/>
      <dgm:spPr/>
      <dgm:t>
        <a:bodyPr/>
        <a:lstStyle/>
        <a:p>
          <a:endParaRPr lang="en-US" sz="2000"/>
        </a:p>
      </dgm:t>
    </dgm:pt>
    <dgm:pt modelId="{0D8A809B-42C8-439B-A74B-64A0FAB094FF}" type="sibTrans" cxnId="{0769C9A2-7E5F-47BC-B746-4D831EE11455}">
      <dgm:prSet/>
      <dgm:spPr/>
      <dgm:t>
        <a:bodyPr/>
        <a:lstStyle/>
        <a:p>
          <a:endParaRPr lang="en-US" sz="2000"/>
        </a:p>
      </dgm:t>
    </dgm:pt>
    <dgm:pt modelId="{4BC1A83E-F28E-4108-A5B7-60769522F33C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Broader Impact</a:t>
          </a:r>
        </a:p>
      </dgm:t>
    </dgm:pt>
    <dgm:pt modelId="{A425ED90-E603-45EA-8262-16906AB8D624}" type="parTrans" cxnId="{5DC3EDA1-B4A4-49E6-B052-0AC7CEBF58C3}">
      <dgm:prSet/>
      <dgm:spPr/>
      <dgm:t>
        <a:bodyPr/>
        <a:lstStyle/>
        <a:p>
          <a:endParaRPr lang="en-US" sz="2000"/>
        </a:p>
      </dgm:t>
    </dgm:pt>
    <dgm:pt modelId="{6BA59D31-0263-4126-8F1C-07BE900C894A}" type="sibTrans" cxnId="{5DC3EDA1-B4A4-49E6-B052-0AC7CEBF58C3}">
      <dgm:prSet/>
      <dgm:spPr/>
      <dgm:t>
        <a:bodyPr/>
        <a:lstStyle/>
        <a:p>
          <a:endParaRPr lang="en-US" sz="2000"/>
        </a:p>
      </dgm:t>
    </dgm:pt>
    <dgm:pt modelId="{EAE3B834-6ED8-4298-B193-6BA8E0FA11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CNNs: Efficient, local (translation invariance)</a:t>
          </a:r>
        </a:p>
      </dgm:t>
    </dgm:pt>
    <dgm:pt modelId="{8AEDBD18-89D1-4855-9B66-AE763ADBB3CB}" type="parTrans" cxnId="{199551D0-7D8C-4965-93CE-5CA816EFD794}">
      <dgm:prSet/>
      <dgm:spPr/>
      <dgm:t>
        <a:bodyPr/>
        <a:lstStyle/>
        <a:p>
          <a:endParaRPr lang="en-US" sz="2000"/>
        </a:p>
      </dgm:t>
    </dgm:pt>
    <dgm:pt modelId="{D658C940-17F0-41AA-9BE2-6DD484C3BB7D}" type="sibTrans" cxnId="{199551D0-7D8C-4965-93CE-5CA816EFD794}">
      <dgm:prSet/>
      <dgm:spPr/>
      <dgm:t>
        <a:bodyPr/>
        <a:lstStyle/>
        <a:p>
          <a:endParaRPr lang="en-US" sz="2000"/>
        </a:p>
      </dgm:t>
    </dgm:pt>
    <dgm:pt modelId="{736205C4-753F-4F21-A96C-8465BBD083FC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 err="1"/>
            <a:t>ViTs</a:t>
          </a:r>
          <a:r>
            <a:rPr lang="en-US" sz="1400" dirty="0"/>
            <a:t>: Global context via self-attention, but quadratic cost</a:t>
          </a:r>
        </a:p>
      </dgm:t>
    </dgm:pt>
    <dgm:pt modelId="{4024C366-E8D3-4C86-95A5-F9D5BD4B4C0B}" type="parTrans" cxnId="{4A25076F-2B0A-47AB-AEC0-5FEFA3ED6C8D}">
      <dgm:prSet/>
      <dgm:spPr/>
      <dgm:t>
        <a:bodyPr/>
        <a:lstStyle/>
        <a:p>
          <a:endParaRPr lang="en-US" sz="2000"/>
        </a:p>
      </dgm:t>
    </dgm:pt>
    <dgm:pt modelId="{4F53925F-1806-482E-9A7C-22B5C8C097D4}" type="sibTrans" cxnId="{4A25076F-2B0A-47AB-AEC0-5FEFA3ED6C8D}">
      <dgm:prSet/>
      <dgm:spPr/>
      <dgm:t>
        <a:bodyPr/>
        <a:lstStyle/>
        <a:p>
          <a:endParaRPr lang="en-US" sz="2000"/>
        </a:p>
      </dgm:t>
    </dgm:pt>
    <dgm:pt modelId="{81E8619A-C292-47AA-AEDA-762B1F8FB82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SSMs (Mamba): Linear-time modeling, strong in language, challenging for 2D non-causal images</a:t>
          </a:r>
        </a:p>
      </dgm:t>
    </dgm:pt>
    <dgm:pt modelId="{638ACE34-B99E-4177-AE05-B4AB092557C7}" type="parTrans" cxnId="{D105CE9D-C7A0-4C14-936B-32201B891183}">
      <dgm:prSet/>
      <dgm:spPr/>
      <dgm:t>
        <a:bodyPr/>
        <a:lstStyle/>
        <a:p>
          <a:endParaRPr lang="en-US" sz="2000"/>
        </a:p>
      </dgm:t>
    </dgm:pt>
    <dgm:pt modelId="{58C8E11C-4F7E-43F2-AB91-1586A29DAB07}" type="sibTrans" cxnId="{D105CE9D-C7A0-4C14-936B-32201B891183}">
      <dgm:prSet/>
      <dgm:spPr/>
      <dgm:t>
        <a:bodyPr/>
        <a:lstStyle/>
        <a:p>
          <a:endParaRPr lang="en-US" sz="2000"/>
        </a:p>
      </dgm:t>
    </dgm:pt>
    <dgm:pt modelId="{513583D3-ABAF-4282-BB3A-495D693DDA64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Novel hybrid architecture: CNN + SSM (Mamba) + Transformer</a:t>
          </a:r>
        </a:p>
      </dgm:t>
    </dgm:pt>
    <dgm:pt modelId="{194E40EB-4449-465E-9EC2-DA8A3C6F550F}" type="parTrans" cxnId="{F0F3E648-6413-4811-A120-5EF2E51F7723}">
      <dgm:prSet/>
      <dgm:spPr/>
      <dgm:t>
        <a:bodyPr/>
        <a:lstStyle/>
        <a:p>
          <a:endParaRPr lang="en-US" sz="2000"/>
        </a:p>
      </dgm:t>
    </dgm:pt>
    <dgm:pt modelId="{E24AAEB2-7618-401D-944B-8D59BE200122}" type="sibTrans" cxnId="{F0F3E648-6413-4811-A120-5EF2E51F7723}">
      <dgm:prSet/>
      <dgm:spPr/>
      <dgm:t>
        <a:bodyPr/>
        <a:lstStyle/>
        <a:p>
          <a:endParaRPr lang="en-US" sz="2000"/>
        </a:p>
      </dgm:t>
    </dgm:pt>
    <dgm:pt modelId="{550D178B-9D07-4C52-B37E-35ACFE2971D2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>
              <a:noFill/>
            </a:rPr>
            <a:t>Redesigned "vision-friendly" Mamba block: Removes causality, adds symmetric branches</a:t>
          </a:r>
          <a:endParaRPr lang="en-US" sz="1400" dirty="0">
            <a:noFill/>
          </a:endParaRPr>
        </a:p>
      </dgm:t>
    </dgm:pt>
    <dgm:pt modelId="{C9BBB184-81F8-4CCE-8B98-C9B8DA74DA0B}" type="parTrans" cxnId="{F552A6EC-AA2A-4543-A6F1-52BF9F297948}">
      <dgm:prSet/>
      <dgm:spPr/>
      <dgm:t>
        <a:bodyPr/>
        <a:lstStyle/>
        <a:p>
          <a:endParaRPr lang="en-US" sz="2000"/>
        </a:p>
      </dgm:t>
    </dgm:pt>
    <dgm:pt modelId="{3C20E3EC-E583-465D-9C9A-74F551EE1D59}" type="sibTrans" cxnId="{F552A6EC-AA2A-4543-A6F1-52BF9F297948}">
      <dgm:prSet/>
      <dgm:spPr/>
      <dgm:t>
        <a:bodyPr/>
        <a:lstStyle/>
        <a:p>
          <a:endParaRPr lang="en-US" sz="2000"/>
        </a:p>
      </dgm:t>
    </dgm:pt>
    <dgm:pt modelId="{196E8C57-4853-4CEC-9E3A-38CE7F24A536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>
              <a:noFill/>
            </a:rPr>
            <a:t>Self-attention integrated only in final stages → balances efficiency &amp; global modeling</a:t>
          </a:r>
          <a:endParaRPr lang="en-US" sz="1400" dirty="0">
            <a:noFill/>
          </a:endParaRPr>
        </a:p>
      </dgm:t>
    </dgm:pt>
    <dgm:pt modelId="{338BA5DB-AC4D-4D69-91DF-0FCF48C0EDC7}" type="parTrans" cxnId="{46D989FD-1E92-439B-AB2E-ABE476C5430B}">
      <dgm:prSet/>
      <dgm:spPr/>
      <dgm:t>
        <a:bodyPr/>
        <a:lstStyle/>
        <a:p>
          <a:endParaRPr lang="en-US" sz="2000"/>
        </a:p>
      </dgm:t>
    </dgm:pt>
    <dgm:pt modelId="{7846FA47-CE7E-4165-8B84-4484DC00D9D2}" type="sibTrans" cxnId="{46D989FD-1E92-439B-AB2E-ABE476C5430B}">
      <dgm:prSet/>
      <dgm:spPr/>
      <dgm:t>
        <a:bodyPr/>
        <a:lstStyle/>
        <a:p>
          <a:endParaRPr lang="en-US" sz="2000"/>
        </a:p>
      </dgm:t>
    </dgm:pt>
    <dgm:pt modelId="{E5EA5C38-5C7C-4511-8197-95F53D80F235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Strong results in downstream tasks: object detection, semantic segmentation</a:t>
          </a:r>
        </a:p>
      </dgm:t>
    </dgm:pt>
    <dgm:pt modelId="{D0A78447-B2EF-4040-A6F1-7B38BFE8D07E}" type="parTrans" cxnId="{04E70889-E580-4D3A-A0EB-9B360575962B}">
      <dgm:prSet/>
      <dgm:spPr/>
      <dgm:t>
        <a:bodyPr/>
        <a:lstStyle/>
        <a:p>
          <a:endParaRPr lang="en-US" sz="2000"/>
        </a:p>
      </dgm:t>
    </dgm:pt>
    <dgm:pt modelId="{29294411-DF80-415E-9F49-EDCC9D59C40B}" type="sibTrans" cxnId="{04E70889-E580-4D3A-A0EB-9B360575962B}">
      <dgm:prSet/>
      <dgm:spPr/>
      <dgm:t>
        <a:bodyPr/>
        <a:lstStyle/>
        <a:p>
          <a:endParaRPr lang="en-US" sz="2000"/>
        </a:p>
      </dgm:t>
    </dgm:pt>
    <dgm:pt modelId="{1F911FC8-037E-4720-B6ED-302FB86BE7CA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Scalable for foundation model pre-training</a:t>
          </a:r>
        </a:p>
      </dgm:t>
    </dgm:pt>
    <dgm:pt modelId="{E67994C5-51BD-49BE-9076-0B41827438B1}" type="parTrans" cxnId="{05D00181-59EC-4B7E-81BB-4ECDE9186642}">
      <dgm:prSet/>
      <dgm:spPr/>
      <dgm:t>
        <a:bodyPr/>
        <a:lstStyle/>
        <a:p>
          <a:endParaRPr lang="en-US" sz="2000"/>
        </a:p>
      </dgm:t>
    </dgm:pt>
    <dgm:pt modelId="{6EE3D6E9-87B9-439C-8225-EC7AD370C1A3}" type="sibTrans" cxnId="{05D00181-59EC-4B7E-81BB-4ECDE9186642}">
      <dgm:prSet/>
      <dgm:spPr/>
      <dgm:t>
        <a:bodyPr/>
        <a:lstStyle/>
        <a:p>
          <a:endParaRPr lang="en-US" sz="2000"/>
        </a:p>
      </dgm:t>
    </dgm:pt>
    <dgm:pt modelId="{93FB3F31-B85E-44C4-A5EC-673FF2F1FB1D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Blueprint for next-gen efficient, high-performance vision backbones</a:t>
          </a:r>
        </a:p>
      </dgm:t>
    </dgm:pt>
    <dgm:pt modelId="{351A63B3-EB05-4534-9056-62DC5C600543}" type="parTrans" cxnId="{12E4E3CF-52FB-4BD0-A198-9CFF60BBBFDE}">
      <dgm:prSet/>
      <dgm:spPr/>
      <dgm:t>
        <a:bodyPr/>
        <a:lstStyle/>
        <a:p>
          <a:endParaRPr lang="en-US" sz="2000"/>
        </a:p>
      </dgm:t>
    </dgm:pt>
    <dgm:pt modelId="{A62E8538-1670-4091-8FE7-63355A0670E8}" type="sibTrans" cxnId="{12E4E3CF-52FB-4BD0-A198-9CFF60BBBFDE}">
      <dgm:prSet/>
      <dgm:spPr/>
      <dgm:t>
        <a:bodyPr/>
        <a:lstStyle/>
        <a:p>
          <a:endParaRPr lang="en-US" sz="2000"/>
        </a:p>
      </dgm:t>
    </dgm:pt>
    <dgm:pt modelId="{012056AD-7EAA-4C29-B6ED-F29DB39B60C9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Performance Breakthrough</a:t>
          </a:r>
        </a:p>
      </dgm:t>
    </dgm:pt>
    <dgm:pt modelId="{4A70877F-5367-4B81-A6C7-3D0F009C6DFD}" type="sibTrans" cxnId="{D4E8A1B7-80BE-47BE-8184-33A9C4EE5972}">
      <dgm:prSet/>
      <dgm:spPr/>
      <dgm:t>
        <a:bodyPr/>
        <a:lstStyle/>
        <a:p>
          <a:endParaRPr lang="en-US" sz="2000"/>
        </a:p>
      </dgm:t>
    </dgm:pt>
    <dgm:pt modelId="{2A46387A-9ABB-4872-8A1A-3AA988D82579}" type="parTrans" cxnId="{D4E8A1B7-80BE-47BE-8184-33A9C4EE5972}">
      <dgm:prSet/>
      <dgm:spPr/>
      <dgm:t>
        <a:bodyPr/>
        <a:lstStyle/>
        <a:p>
          <a:endParaRPr lang="en-US" sz="2000"/>
        </a:p>
      </dgm:t>
    </dgm:pt>
    <dgm:pt modelId="{66302889-113B-4424-B011-ABC4AFC8AC17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Achieves new state-of-the-art Pareto front on ImageNet-1K</a:t>
          </a:r>
        </a:p>
      </dgm:t>
    </dgm:pt>
    <dgm:pt modelId="{FFDED454-B00B-4C9E-A801-F6D4B28A5615}" type="sibTrans" cxnId="{28453E53-7D7E-4068-BEF9-47FC345A4F21}">
      <dgm:prSet/>
      <dgm:spPr/>
      <dgm:t>
        <a:bodyPr/>
        <a:lstStyle/>
        <a:p>
          <a:endParaRPr lang="en-US" sz="2000"/>
        </a:p>
      </dgm:t>
    </dgm:pt>
    <dgm:pt modelId="{22BC71BC-B782-4E13-B029-D9F3C8A833A6}" type="parTrans" cxnId="{28453E53-7D7E-4068-BEF9-47FC345A4F21}">
      <dgm:prSet/>
      <dgm:spPr/>
      <dgm:t>
        <a:bodyPr/>
        <a:lstStyle/>
        <a:p>
          <a:endParaRPr lang="en-US" sz="2000"/>
        </a:p>
      </dgm:t>
    </dgm:pt>
    <dgm:pt modelId="{CA78FF51-6581-4F1C-BDB4-4608A266EC54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Superior Top-1 accuracy and image throughput tradeoff</a:t>
          </a:r>
        </a:p>
      </dgm:t>
    </dgm:pt>
    <dgm:pt modelId="{AD957BE8-9384-4818-B029-C043BA858B97}" type="sibTrans" cxnId="{3F0310E0-B29B-4779-9570-C41DC521AC22}">
      <dgm:prSet/>
      <dgm:spPr/>
      <dgm:t>
        <a:bodyPr/>
        <a:lstStyle/>
        <a:p>
          <a:endParaRPr lang="en-US" sz="2000"/>
        </a:p>
      </dgm:t>
    </dgm:pt>
    <dgm:pt modelId="{1C9590B4-8F54-49DD-852F-9210084ED803}" type="parTrans" cxnId="{3F0310E0-B29B-4779-9570-C41DC521AC22}">
      <dgm:prSet/>
      <dgm:spPr/>
      <dgm:t>
        <a:bodyPr/>
        <a:lstStyle/>
        <a:p>
          <a:endParaRPr lang="en-US" sz="2000"/>
        </a:p>
      </dgm:t>
    </dgm:pt>
    <dgm:pt modelId="{5D398CE9-66BF-4626-BCCE-598C5BC0CE32}" type="pres">
      <dgm:prSet presAssocID="{FDF87CA4-6509-4D8D-90A0-E48CF7F2345D}" presName="linear" presStyleCnt="0">
        <dgm:presLayoutVars>
          <dgm:dir/>
          <dgm:animLvl val="lvl"/>
          <dgm:resizeHandles val="exact"/>
        </dgm:presLayoutVars>
      </dgm:prSet>
      <dgm:spPr/>
    </dgm:pt>
    <dgm:pt modelId="{0179176E-B94E-476C-9322-6762FB9CB3D5}" type="pres">
      <dgm:prSet presAssocID="{E27FE3D5-F29F-40DF-A24C-7D19D12A70C8}" presName="parentLin" presStyleCnt="0"/>
      <dgm:spPr/>
    </dgm:pt>
    <dgm:pt modelId="{19995A84-5C3E-47A4-B2DE-076969BB7022}" type="pres">
      <dgm:prSet presAssocID="{E27FE3D5-F29F-40DF-A24C-7D19D12A70C8}" presName="parentLeftMargin" presStyleLbl="node1" presStyleIdx="0" presStyleCnt="5"/>
      <dgm:spPr/>
    </dgm:pt>
    <dgm:pt modelId="{0F71CEF4-CF33-4099-BCF3-F538CB34115A}" type="pres">
      <dgm:prSet presAssocID="{E27FE3D5-F29F-40DF-A24C-7D19D12A70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22033D-AC78-4F15-BB32-22EFD654E064}" type="pres">
      <dgm:prSet presAssocID="{E27FE3D5-F29F-40DF-A24C-7D19D12A70C8}" presName="negativeSpace" presStyleCnt="0"/>
      <dgm:spPr/>
    </dgm:pt>
    <dgm:pt modelId="{3BA2E78A-E193-4B61-A0C8-6E9BD0DA4594}" type="pres">
      <dgm:prSet presAssocID="{E27FE3D5-F29F-40DF-A24C-7D19D12A70C8}" presName="childText" presStyleLbl="conFgAcc1" presStyleIdx="0" presStyleCnt="5">
        <dgm:presLayoutVars>
          <dgm:bulletEnabled val="1"/>
        </dgm:presLayoutVars>
      </dgm:prSet>
      <dgm:spPr/>
    </dgm:pt>
    <dgm:pt modelId="{1BD4CE54-B3AB-4008-87F8-304EC0394636}" type="pres">
      <dgm:prSet presAssocID="{FB98A8EF-4CF7-4717-8AD8-4C97FA111019}" presName="spaceBetweenRectangles" presStyleCnt="0"/>
      <dgm:spPr/>
    </dgm:pt>
    <dgm:pt modelId="{569DF79C-AAF1-4E05-BE3B-EFBB0DDE3815}" type="pres">
      <dgm:prSet presAssocID="{B0CBB064-1761-4D38-90AB-F034E3FACE18}" presName="parentLin" presStyleCnt="0"/>
      <dgm:spPr/>
    </dgm:pt>
    <dgm:pt modelId="{23003385-164E-4F22-8FCE-9E17F13E5C1C}" type="pres">
      <dgm:prSet presAssocID="{B0CBB064-1761-4D38-90AB-F034E3FACE18}" presName="parentLeftMargin" presStyleLbl="node1" presStyleIdx="0" presStyleCnt="5"/>
      <dgm:spPr/>
    </dgm:pt>
    <dgm:pt modelId="{EBF48EF5-87AB-4E90-8D25-8C3DB97A1656}" type="pres">
      <dgm:prSet presAssocID="{B0CBB064-1761-4D38-90AB-F034E3FACE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C217DA-F326-4994-8466-CAB7F3BBA213}" type="pres">
      <dgm:prSet presAssocID="{B0CBB064-1761-4D38-90AB-F034E3FACE18}" presName="negativeSpace" presStyleCnt="0"/>
      <dgm:spPr/>
    </dgm:pt>
    <dgm:pt modelId="{C9ABF7FA-B382-4E36-AD27-3C81318B5BE4}" type="pres">
      <dgm:prSet presAssocID="{B0CBB064-1761-4D38-90AB-F034E3FACE18}" presName="childText" presStyleLbl="conFgAcc1" presStyleIdx="1" presStyleCnt="5">
        <dgm:presLayoutVars>
          <dgm:bulletEnabled val="1"/>
        </dgm:presLayoutVars>
      </dgm:prSet>
      <dgm:spPr/>
    </dgm:pt>
    <dgm:pt modelId="{DCA4BEC7-3910-460E-B175-B21920A599A2}" type="pres">
      <dgm:prSet presAssocID="{08C1C468-5D1D-4DD4-9D94-AE8EBEDA2A1F}" presName="spaceBetweenRectangles" presStyleCnt="0"/>
      <dgm:spPr/>
    </dgm:pt>
    <dgm:pt modelId="{E098FCE0-3C68-4618-B481-6CD8389D2875}" type="pres">
      <dgm:prSet presAssocID="{00387266-9D74-407C-BB6D-9D996F387B16}" presName="parentLin" presStyleCnt="0"/>
      <dgm:spPr/>
    </dgm:pt>
    <dgm:pt modelId="{8B5E99F5-9593-4880-8650-3610EA03F2A1}" type="pres">
      <dgm:prSet presAssocID="{00387266-9D74-407C-BB6D-9D996F387B16}" presName="parentLeftMargin" presStyleLbl="node1" presStyleIdx="1" presStyleCnt="5"/>
      <dgm:spPr/>
    </dgm:pt>
    <dgm:pt modelId="{05A4A584-040F-476F-9968-7CEE6AC07FD3}" type="pres">
      <dgm:prSet presAssocID="{00387266-9D74-407C-BB6D-9D996F387B1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1FFE42-3874-42C7-A897-E78FB5251DCA}" type="pres">
      <dgm:prSet presAssocID="{00387266-9D74-407C-BB6D-9D996F387B16}" presName="negativeSpace" presStyleCnt="0"/>
      <dgm:spPr/>
    </dgm:pt>
    <dgm:pt modelId="{12AC4E95-5CEB-41BB-9EEA-31929E230FAA}" type="pres">
      <dgm:prSet presAssocID="{00387266-9D74-407C-BB6D-9D996F387B16}" presName="childText" presStyleLbl="conFgAcc1" presStyleIdx="2" presStyleCnt="5">
        <dgm:presLayoutVars>
          <dgm:bulletEnabled val="1"/>
        </dgm:presLayoutVars>
      </dgm:prSet>
      <dgm:spPr/>
    </dgm:pt>
    <dgm:pt modelId="{7C71B7DA-EF82-46FE-BA9C-CDDD8888A897}" type="pres">
      <dgm:prSet presAssocID="{0D8A809B-42C8-439B-A74B-64A0FAB094FF}" presName="spaceBetweenRectangles" presStyleCnt="0"/>
      <dgm:spPr/>
    </dgm:pt>
    <dgm:pt modelId="{37BF815B-0F20-4868-B8FA-E2E88FFDABF8}" type="pres">
      <dgm:prSet presAssocID="{012056AD-7EAA-4C29-B6ED-F29DB39B60C9}" presName="parentLin" presStyleCnt="0"/>
      <dgm:spPr/>
    </dgm:pt>
    <dgm:pt modelId="{B323768F-9CA7-4064-B026-E028D76FB546}" type="pres">
      <dgm:prSet presAssocID="{012056AD-7EAA-4C29-B6ED-F29DB39B60C9}" presName="parentLeftMargin" presStyleLbl="node1" presStyleIdx="2" presStyleCnt="5"/>
      <dgm:spPr/>
    </dgm:pt>
    <dgm:pt modelId="{14AE87F1-E49C-4359-9157-313064BF42A4}" type="pres">
      <dgm:prSet presAssocID="{012056AD-7EAA-4C29-B6ED-F29DB39B60C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6CF3E00-56F1-42AA-955E-D7FBD3971A12}" type="pres">
      <dgm:prSet presAssocID="{012056AD-7EAA-4C29-B6ED-F29DB39B60C9}" presName="negativeSpace" presStyleCnt="0"/>
      <dgm:spPr/>
    </dgm:pt>
    <dgm:pt modelId="{FA99FBF2-6A4E-49D1-AB7D-6F1EDE89C225}" type="pres">
      <dgm:prSet presAssocID="{012056AD-7EAA-4C29-B6ED-F29DB39B60C9}" presName="childText" presStyleLbl="conFgAcc1" presStyleIdx="3" presStyleCnt="5">
        <dgm:presLayoutVars>
          <dgm:bulletEnabled val="1"/>
        </dgm:presLayoutVars>
      </dgm:prSet>
      <dgm:spPr/>
    </dgm:pt>
    <dgm:pt modelId="{573FB2D9-43A5-4F44-96A2-83B9D609306A}" type="pres">
      <dgm:prSet presAssocID="{4A70877F-5367-4B81-A6C7-3D0F009C6DFD}" presName="spaceBetweenRectangles" presStyleCnt="0"/>
      <dgm:spPr/>
    </dgm:pt>
    <dgm:pt modelId="{70B2C97A-D387-4F10-976F-B5ACB98DA320}" type="pres">
      <dgm:prSet presAssocID="{4BC1A83E-F28E-4108-A5B7-60769522F33C}" presName="parentLin" presStyleCnt="0"/>
      <dgm:spPr/>
    </dgm:pt>
    <dgm:pt modelId="{8075C91E-5F2E-4BD2-8E50-F53FF2938B4E}" type="pres">
      <dgm:prSet presAssocID="{4BC1A83E-F28E-4108-A5B7-60769522F33C}" presName="parentLeftMargin" presStyleLbl="node1" presStyleIdx="3" presStyleCnt="5"/>
      <dgm:spPr/>
    </dgm:pt>
    <dgm:pt modelId="{F33D6E4E-63E2-4FDB-9AC7-FB79F3A261B1}" type="pres">
      <dgm:prSet presAssocID="{4BC1A83E-F28E-4108-A5B7-60769522F33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1481E1-B6C4-4DC5-9172-3A91EA70B359}" type="pres">
      <dgm:prSet presAssocID="{4BC1A83E-F28E-4108-A5B7-60769522F33C}" presName="negativeSpace" presStyleCnt="0"/>
      <dgm:spPr/>
    </dgm:pt>
    <dgm:pt modelId="{CD293CBD-B99A-491B-AD59-A20EF3CF7BFB}" type="pres">
      <dgm:prSet presAssocID="{4BC1A83E-F28E-4108-A5B7-60769522F33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A268411-6E98-49B3-B5CE-3CB0E42AE826}" type="presOf" srcId="{CA78FF51-6581-4F1C-BDB4-4608A266EC54}" destId="{FA99FBF2-6A4E-49D1-AB7D-6F1EDE89C225}" srcOrd="0" destOrd="1" presId="urn:microsoft.com/office/officeart/2005/8/layout/list1"/>
    <dgm:cxn modelId="{63A79A2C-2537-4748-B95D-CAEDE2DF3B52}" type="presOf" srcId="{736205C4-753F-4F21-A96C-8465BBD083FC}" destId="{3BA2E78A-E193-4B61-A0C8-6E9BD0DA4594}" srcOrd="0" destOrd="1" presId="urn:microsoft.com/office/officeart/2005/8/layout/list1"/>
    <dgm:cxn modelId="{70634A35-1C2C-48C1-B5B7-B164D44612B0}" srcId="{FDF87CA4-6509-4D8D-90A0-E48CF7F2345D}" destId="{B0CBB064-1761-4D38-90AB-F034E3FACE18}" srcOrd="1" destOrd="0" parTransId="{E3689061-FAD6-4F70-9BC8-00ED9F291377}" sibTransId="{08C1C468-5D1D-4DD4-9D94-AE8EBEDA2A1F}"/>
    <dgm:cxn modelId="{4296495C-3E95-4FEF-9E9D-51B98F6F4592}" type="presOf" srcId="{81E8619A-C292-47AA-AEDA-762B1F8FB826}" destId="{3BA2E78A-E193-4B61-A0C8-6E9BD0DA4594}" srcOrd="0" destOrd="2" presId="urn:microsoft.com/office/officeart/2005/8/layout/list1"/>
    <dgm:cxn modelId="{70E8C45E-F999-407D-921B-737D3861B08C}" type="presOf" srcId="{550D178B-9D07-4C52-B37E-35ACFE2971D2}" destId="{12AC4E95-5CEB-41BB-9EEA-31929E230FAA}" srcOrd="0" destOrd="0" presId="urn:microsoft.com/office/officeart/2005/8/layout/list1"/>
    <dgm:cxn modelId="{8E63515F-3B08-42ED-848E-83DAC6616E13}" type="presOf" srcId="{1F911FC8-037E-4720-B6ED-302FB86BE7CA}" destId="{CD293CBD-B99A-491B-AD59-A20EF3CF7BFB}" srcOrd="0" destOrd="1" presId="urn:microsoft.com/office/officeart/2005/8/layout/list1"/>
    <dgm:cxn modelId="{E5A3C762-D47F-4A71-9B37-88332BADE61E}" type="presOf" srcId="{4BC1A83E-F28E-4108-A5B7-60769522F33C}" destId="{8075C91E-5F2E-4BD2-8E50-F53FF2938B4E}" srcOrd="0" destOrd="0" presId="urn:microsoft.com/office/officeart/2005/8/layout/list1"/>
    <dgm:cxn modelId="{918FB367-F2DD-47B2-8DC3-DAFEDABFFBE5}" srcId="{FDF87CA4-6509-4D8D-90A0-E48CF7F2345D}" destId="{E27FE3D5-F29F-40DF-A24C-7D19D12A70C8}" srcOrd="0" destOrd="0" parTransId="{8A34B4BA-CE3C-4833-9A03-2749964E0E32}" sibTransId="{FB98A8EF-4CF7-4717-8AD8-4C97FA111019}"/>
    <dgm:cxn modelId="{F0F3E648-6413-4811-A120-5EF2E51F7723}" srcId="{B0CBB064-1761-4D38-90AB-F034E3FACE18}" destId="{513583D3-ABAF-4282-BB3A-495D693DDA64}" srcOrd="0" destOrd="0" parTransId="{194E40EB-4449-465E-9EC2-DA8A3C6F550F}" sibTransId="{E24AAEB2-7618-401D-944B-8D59BE200122}"/>
    <dgm:cxn modelId="{96C65B69-E8F6-44B7-A267-F0259BF82B88}" type="presOf" srcId="{E27FE3D5-F29F-40DF-A24C-7D19D12A70C8}" destId="{0F71CEF4-CF33-4099-BCF3-F538CB34115A}" srcOrd="1" destOrd="0" presId="urn:microsoft.com/office/officeart/2005/8/layout/list1"/>
    <dgm:cxn modelId="{4A25076F-2B0A-47AB-AEC0-5FEFA3ED6C8D}" srcId="{E27FE3D5-F29F-40DF-A24C-7D19D12A70C8}" destId="{736205C4-753F-4F21-A96C-8465BBD083FC}" srcOrd="1" destOrd="0" parTransId="{4024C366-E8D3-4C86-95A5-F9D5BD4B4C0B}" sibTransId="{4F53925F-1806-482E-9A7C-22B5C8C097D4}"/>
    <dgm:cxn modelId="{28453E53-7D7E-4068-BEF9-47FC345A4F21}" srcId="{012056AD-7EAA-4C29-B6ED-F29DB39B60C9}" destId="{66302889-113B-4424-B011-ABC4AFC8AC17}" srcOrd="0" destOrd="0" parTransId="{22BC71BC-B782-4E13-B029-D9F3C8A833A6}" sibTransId="{FFDED454-B00B-4C9E-A801-F6D4B28A5615}"/>
    <dgm:cxn modelId="{05D00181-59EC-4B7E-81BB-4ECDE9186642}" srcId="{4BC1A83E-F28E-4108-A5B7-60769522F33C}" destId="{1F911FC8-037E-4720-B6ED-302FB86BE7CA}" srcOrd="1" destOrd="0" parTransId="{E67994C5-51BD-49BE-9076-0B41827438B1}" sibTransId="{6EE3D6E9-87B9-439C-8225-EC7AD370C1A3}"/>
    <dgm:cxn modelId="{5B67D182-4550-41ED-B1D7-7EB7D2457BCF}" type="presOf" srcId="{012056AD-7EAA-4C29-B6ED-F29DB39B60C9}" destId="{14AE87F1-E49C-4359-9157-313064BF42A4}" srcOrd="1" destOrd="0" presId="urn:microsoft.com/office/officeart/2005/8/layout/list1"/>
    <dgm:cxn modelId="{04E70889-E580-4D3A-A0EB-9B360575962B}" srcId="{4BC1A83E-F28E-4108-A5B7-60769522F33C}" destId="{E5EA5C38-5C7C-4511-8197-95F53D80F235}" srcOrd="0" destOrd="0" parTransId="{D0A78447-B2EF-4040-A6F1-7B38BFE8D07E}" sibTransId="{29294411-DF80-415E-9F49-EDCC9D59C40B}"/>
    <dgm:cxn modelId="{316FFD89-F9D4-4DA5-9BF9-373B3E7B11BC}" type="presOf" srcId="{EAE3B834-6ED8-4298-B193-6BA8E0FA1164}" destId="{3BA2E78A-E193-4B61-A0C8-6E9BD0DA4594}" srcOrd="0" destOrd="0" presId="urn:microsoft.com/office/officeart/2005/8/layout/list1"/>
    <dgm:cxn modelId="{D105CE9D-C7A0-4C14-936B-32201B891183}" srcId="{E27FE3D5-F29F-40DF-A24C-7D19D12A70C8}" destId="{81E8619A-C292-47AA-AEDA-762B1F8FB826}" srcOrd="2" destOrd="0" parTransId="{638ACE34-B99E-4177-AE05-B4AB092557C7}" sibTransId="{58C8E11C-4F7E-43F2-AB91-1586A29DAB07}"/>
    <dgm:cxn modelId="{5DC3EDA1-B4A4-49E6-B052-0AC7CEBF58C3}" srcId="{FDF87CA4-6509-4D8D-90A0-E48CF7F2345D}" destId="{4BC1A83E-F28E-4108-A5B7-60769522F33C}" srcOrd="4" destOrd="0" parTransId="{A425ED90-E603-45EA-8262-16906AB8D624}" sibTransId="{6BA59D31-0263-4126-8F1C-07BE900C894A}"/>
    <dgm:cxn modelId="{0769C9A2-7E5F-47BC-B746-4D831EE11455}" srcId="{FDF87CA4-6509-4D8D-90A0-E48CF7F2345D}" destId="{00387266-9D74-407C-BB6D-9D996F387B16}" srcOrd="2" destOrd="0" parTransId="{290A383A-34C8-42BA-B1EF-C3013511410C}" sibTransId="{0D8A809B-42C8-439B-A74B-64A0FAB094FF}"/>
    <dgm:cxn modelId="{1D0F23A4-B22F-4AF5-99CA-9E79393443AF}" type="presOf" srcId="{B0CBB064-1761-4D38-90AB-F034E3FACE18}" destId="{EBF48EF5-87AB-4E90-8D25-8C3DB97A1656}" srcOrd="1" destOrd="0" presId="urn:microsoft.com/office/officeart/2005/8/layout/list1"/>
    <dgm:cxn modelId="{67685FAF-73D9-4B47-BAE8-EE3E13DF7722}" type="presOf" srcId="{E27FE3D5-F29F-40DF-A24C-7D19D12A70C8}" destId="{19995A84-5C3E-47A4-B2DE-076969BB7022}" srcOrd="0" destOrd="0" presId="urn:microsoft.com/office/officeart/2005/8/layout/list1"/>
    <dgm:cxn modelId="{D70F41B2-1846-4575-86A5-1CD11263F9D5}" type="presOf" srcId="{66302889-113B-4424-B011-ABC4AFC8AC17}" destId="{FA99FBF2-6A4E-49D1-AB7D-6F1EDE89C225}" srcOrd="0" destOrd="0" presId="urn:microsoft.com/office/officeart/2005/8/layout/list1"/>
    <dgm:cxn modelId="{D4E8A1B7-80BE-47BE-8184-33A9C4EE5972}" srcId="{FDF87CA4-6509-4D8D-90A0-E48CF7F2345D}" destId="{012056AD-7EAA-4C29-B6ED-F29DB39B60C9}" srcOrd="3" destOrd="0" parTransId="{2A46387A-9ABB-4872-8A1A-3AA988D82579}" sibTransId="{4A70877F-5367-4B81-A6C7-3D0F009C6DFD}"/>
    <dgm:cxn modelId="{A17FF5B9-2989-47E8-B0A6-086C7E3AF98B}" type="presOf" srcId="{012056AD-7EAA-4C29-B6ED-F29DB39B60C9}" destId="{B323768F-9CA7-4064-B026-E028D76FB546}" srcOrd="0" destOrd="0" presId="urn:microsoft.com/office/officeart/2005/8/layout/list1"/>
    <dgm:cxn modelId="{32BA1AC6-5B46-4D89-AB00-A10319516E41}" type="presOf" srcId="{00387266-9D74-407C-BB6D-9D996F387B16}" destId="{8B5E99F5-9593-4880-8650-3610EA03F2A1}" srcOrd="0" destOrd="0" presId="urn:microsoft.com/office/officeart/2005/8/layout/list1"/>
    <dgm:cxn modelId="{12E4E3CF-52FB-4BD0-A198-9CFF60BBBFDE}" srcId="{4BC1A83E-F28E-4108-A5B7-60769522F33C}" destId="{93FB3F31-B85E-44C4-A5EC-673FF2F1FB1D}" srcOrd="2" destOrd="0" parTransId="{351A63B3-EB05-4534-9056-62DC5C600543}" sibTransId="{A62E8538-1670-4091-8FE7-63355A0670E8}"/>
    <dgm:cxn modelId="{199551D0-7D8C-4965-93CE-5CA816EFD794}" srcId="{E27FE3D5-F29F-40DF-A24C-7D19D12A70C8}" destId="{EAE3B834-6ED8-4298-B193-6BA8E0FA1164}" srcOrd="0" destOrd="0" parTransId="{8AEDBD18-89D1-4855-9B66-AE763ADBB3CB}" sibTransId="{D658C940-17F0-41AA-9BE2-6DD484C3BB7D}"/>
    <dgm:cxn modelId="{C93BEAD4-7405-4473-8859-6968EC8DAB62}" type="presOf" srcId="{93FB3F31-B85E-44C4-A5EC-673FF2F1FB1D}" destId="{CD293CBD-B99A-491B-AD59-A20EF3CF7BFB}" srcOrd="0" destOrd="2" presId="urn:microsoft.com/office/officeart/2005/8/layout/list1"/>
    <dgm:cxn modelId="{DA138BDA-32DC-49FB-978C-17687A89C8D5}" type="presOf" srcId="{B0CBB064-1761-4D38-90AB-F034E3FACE18}" destId="{23003385-164E-4F22-8FCE-9E17F13E5C1C}" srcOrd="0" destOrd="0" presId="urn:microsoft.com/office/officeart/2005/8/layout/list1"/>
    <dgm:cxn modelId="{D80930DE-6F83-4E6C-9833-D92B199571C2}" type="presOf" srcId="{E5EA5C38-5C7C-4511-8197-95F53D80F235}" destId="{CD293CBD-B99A-491B-AD59-A20EF3CF7BFB}" srcOrd="0" destOrd="0" presId="urn:microsoft.com/office/officeart/2005/8/layout/list1"/>
    <dgm:cxn modelId="{3F0310E0-B29B-4779-9570-C41DC521AC22}" srcId="{012056AD-7EAA-4C29-B6ED-F29DB39B60C9}" destId="{CA78FF51-6581-4F1C-BDB4-4608A266EC54}" srcOrd="1" destOrd="0" parTransId="{1C9590B4-8F54-49DD-852F-9210084ED803}" sibTransId="{AD957BE8-9384-4818-B029-C043BA858B97}"/>
    <dgm:cxn modelId="{69ED21E2-23AC-4507-9210-48A8AEA582A3}" type="presOf" srcId="{513583D3-ABAF-4282-BB3A-495D693DDA64}" destId="{C9ABF7FA-B382-4E36-AD27-3C81318B5BE4}" srcOrd="0" destOrd="0" presId="urn:microsoft.com/office/officeart/2005/8/layout/list1"/>
    <dgm:cxn modelId="{FF3951E3-C75F-4E78-BAA7-415EAE00C34A}" type="presOf" srcId="{00387266-9D74-407C-BB6D-9D996F387B16}" destId="{05A4A584-040F-476F-9968-7CEE6AC07FD3}" srcOrd="1" destOrd="0" presId="urn:microsoft.com/office/officeart/2005/8/layout/list1"/>
    <dgm:cxn modelId="{C79054E7-ECB5-4619-BE62-1054EA387BB7}" type="presOf" srcId="{4BC1A83E-F28E-4108-A5B7-60769522F33C}" destId="{F33D6E4E-63E2-4FDB-9AC7-FB79F3A261B1}" srcOrd="1" destOrd="0" presId="urn:microsoft.com/office/officeart/2005/8/layout/list1"/>
    <dgm:cxn modelId="{F552A6EC-AA2A-4543-A6F1-52BF9F297948}" srcId="{00387266-9D74-407C-BB6D-9D996F387B16}" destId="{550D178B-9D07-4C52-B37E-35ACFE2971D2}" srcOrd="0" destOrd="0" parTransId="{C9BBB184-81F8-4CCE-8B98-C9B8DA74DA0B}" sibTransId="{3C20E3EC-E583-465D-9C9A-74F551EE1D59}"/>
    <dgm:cxn modelId="{987F4CF9-F284-4044-8871-6D4B773D9E44}" type="presOf" srcId="{196E8C57-4853-4CEC-9E3A-38CE7F24A536}" destId="{12AC4E95-5CEB-41BB-9EEA-31929E230FAA}" srcOrd="0" destOrd="1" presId="urn:microsoft.com/office/officeart/2005/8/layout/list1"/>
    <dgm:cxn modelId="{432E4BFB-A30F-4EA7-82B8-1BF4BFBCE3E2}" type="presOf" srcId="{FDF87CA4-6509-4D8D-90A0-E48CF7F2345D}" destId="{5D398CE9-66BF-4626-BCCE-598C5BC0CE32}" srcOrd="0" destOrd="0" presId="urn:microsoft.com/office/officeart/2005/8/layout/list1"/>
    <dgm:cxn modelId="{46D989FD-1E92-439B-AB2E-ABE476C5430B}" srcId="{00387266-9D74-407C-BB6D-9D996F387B16}" destId="{196E8C57-4853-4CEC-9E3A-38CE7F24A536}" srcOrd="1" destOrd="0" parTransId="{338BA5DB-AC4D-4D69-91DF-0FCF48C0EDC7}" sibTransId="{7846FA47-CE7E-4165-8B84-4484DC00D9D2}"/>
    <dgm:cxn modelId="{3EB54F08-2538-45E4-8FA6-70040E199A82}" type="presParOf" srcId="{5D398CE9-66BF-4626-BCCE-598C5BC0CE32}" destId="{0179176E-B94E-476C-9322-6762FB9CB3D5}" srcOrd="0" destOrd="0" presId="urn:microsoft.com/office/officeart/2005/8/layout/list1"/>
    <dgm:cxn modelId="{8AF59D2C-3240-4584-88A2-DE5F567B142E}" type="presParOf" srcId="{0179176E-B94E-476C-9322-6762FB9CB3D5}" destId="{19995A84-5C3E-47A4-B2DE-076969BB7022}" srcOrd="0" destOrd="0" presId="urn:microsoft.com/office/officeart/2005/8/layout/list1"/>
    <dgm:cxn modelId="{03141535-9D39-4023-87E1-4A64D7D362F8}" type="presParOf" srcId="{0179176E-B94E-476C-9322-6762FB9CB3D5}" destId="{0F71CEF4-CF33-4099-BCF3-F538CB34115A}" srcOrd="1" destOrd="0" presId="urn:microsoft.com/office/officeart/2005/8/layout/list1"/>
    <dgm:cxn modelId="{65FFBE33-CE1D-4FBE-9562-F4679358342F}" type="presParOf" srcId="{5D398CE9-66BF-4626-BCCE-598C5BC0CE32}" destId="{E722033D-AC78-4F15-BB32-22EFD654E064}" srcOrd="1" destOrd="0" presId="urn:microsoft.com/office/officeart/2005/8/layout/list1"/>
    <dgm:cxn modelId="{5FC4F4ED-CA59-4A3C-98CF-546625A57255}" type="presParOf" srcId="{5D398CE9-66BF-4626-BCCE-598C5BC0CE32}" destId="{3BA2E78A-E193-4B61-A0C8-6E9BD0DA4594}" srcOrd="2" destOrd="0" presId="urn:microsoft.com/office/officeart/2005/8/layout/list1"/>
    <dgm:cxn modelId="{8483225D-693E-4523-9B9F-0BBAC30DCB3D}" type="presParOf" srcId="{5D398CE9-66BF-4626-BCCE-598C5BC0CE32}" destId="{1BD4CE54-B3AB-4008-87F8-304EC0394636}" srcOrd="3" destOrd="0" presId="urn:microsoft.com/office/officeart/2005/8/layout/list1"/>
    <dgm:cxn modelId="{851AD3D4-D011-4E7D-AAB2-EC687EADD8DE}" type="presParOf" srcId="{5D398CE9-66BF-4626-BCCE-598C5BC0CE32}" destId="{569DF79C-AAF1-4E05-BE3B-EFBB0DDE3815}" srcOrd="4" destOrd="0" presId="urn:microsoft.com/office/officeart/2005/8/layout/list1"/>
    <dgm:cxn modelId="{81199101-D6AB-4768-A767-8A6E1F97C4DA}" type="presParOf" srcId="{569DF79C-AAF1-4E05-BE3B-EFBB0DDE3815}" destId="{23003385-164E-4F22-8FCE-9E17F13E5C1C}" srcOrd="0" destOrd="0" presId="urn:microsoft.com/office/officeart/2005/8/layout/list1"/>
    <dgm:cxn modelId="{C18DAD7F-B788-4B60-A5FA-47545BAF9E02}" type="presParOf" srcId="{569DF79C-AAF1-4E05-BE3B-EFBB0DDE3815}" destId="{EBF48EF5-87AB-4E90-8D25-8C3DB97A1656}" srcOrd="1" destOrd="0" presId="urn:microsoft.com/office/officeart/2005/8/layout/list1"/>
    <dgm:cxn modelId="{4C19FDE2-2CCD-4D65-A4C9-431DBF4B621A}" type="presParOf" srcId="{5D398CE9-66BF-4626-BCCE-598C5BC0CE32}" destId="{B9C217DA-F326-4994-8466-CAB7F3BBA213}" srcOrd="5" destOrd="0" presId="urn:microsoft.com/office/officeart/2005/8/layout/list1"/>
    <dgm:cxn modelId="{227A8556-5609-4EB7-A231-9ACE4375C9B0}" type="presParOf" srcId="{5D398CE9-66BF-4626-BCCE-598C5BC0CE32}" destId="{C9ABF7FA-B382-4E36-AD27-3C81318B5BE4}" srcOrd="6" destOrd="0" presId="urn:microsoft.com/office/officeart/2005/8/layout/list1"/>
    <dgm:cxn modelId="{E4306F30-06E9-475E-98C3-DFDE9A0B27FA}" type="presParOf" srcId="{5D398CE9-66BF-4626-BCCE-598C5BC0CE32}" destId="{DCA4BEC7-3910-460E-B175-B21920A599A2}" srcOrd="7" destOrd="0" presId="urn:microsoft.com/office/officeart/2005/8/layout/list1"/>
    <dgm:cxn modelId="{6D37B4BF-3A22-415D-9D8E-0F694A97304B}" type="presParOf" srcId="{5D398CE9-66BF-4626-BCCE-598C5BC0CE32}" destId="{E098FCE0-3C68-4618-B481-6CD8389D2875}" srcOrd="8" destOrd="0" presId="urn:microsoft.com/office/officeart/2005/8/layout/list1"/>
    <dgm:cxn modelId="{24C39268-7805-4EB6-BD76-594DEF6397A4}" type="presParOf" srcId="{E098FCE0-3C68-4618-B481-6CD8389D2875}" destId="{8B5E99F5-9593-4880-8650-3610EA03F2A1}" srcOrd="0" destOrd="0" presId="urn:microsoft.com/office/officeart/2005/8/layout/list1"/>
    <dgm:cxn modelId="{A0B67394-5262-43B9-8255-317BF11261A9}" type="presParOf" srcId="{E098FCE0-3C68-4618-B481-6CD8389D2875}" destId="{05A4A584-040F-476F-9968-7CEE6AC07FD3}" srcOrd="1" destOrd="0" presId="urn:microsoft.com/office/officeart/2005/8/layout/list1"/>
    <dgm:cxn modelId="{28BA6519-7641-40DF-A37C-3518601E5008}" type="presParOf" srcId="{5D398CE9-66BF-4626-BCCE-598C5BC0CE32}" destId="{F61FFE42-3874-42C7-A897-E78FB5251DCA}" srcOrd="9" destOrd="0" presId="urn:microsoft.com/office/officeart/2005/8/layout/list1"/>
    <dgm:cxn modelId="{6A8EFD32-99F3-4116-A866-B01471553496}" type="presParOf" srcId="{5D398CE9-66BF-4626-BCCE-598C5BC0CE32}" destId="{12AC4E95-5CEB-41BB-9EEA-31929E230FAA}" srcOrd="10" destOrd="0" presId="urn:microsoft.com/office/officeart/2005/8/layout/list1"/>
    <dgm:cxn modelId="{3088F49B-6E51-4B9C-8966-148BBBEE743F}" type="presParOf" srcId="{5D398CE9-66BF-4626-BCCE-598C5BC0CE32}" destId="{7C71B7DA-EF82-46FE-BA9C-CDDD8888A897}" srcOrd="11" destOrd="0" presId="urn:microsoft.com/office/officeart/2005/8/layout/list1"/>
    <dgm:cxn modelId="{67DF68D5-B69F-4CE9-8E3D-3B8621C9E654}" type="presParOf" srcId="{5D398CE9-66BF-4626-BCCE-598C5BC0CE32}" destId="{37BF815B-0F20-4868-B8FA-E2E88FFDABF8}" srcOrd="12" destOrd="0" presId="urn:microsoft.com/office/officeart/2005/8/layout/list1"/>
    <dgm:cxn modelId="{A3A5C7A8-20FF-4B6D-A1AA-241A58DF38F3}" type="presParOf" srcId="{37BF815B-0F20-4868-B8FA-E2E88FFDABF8}" destId="{B323768F-9CA7-4064-B026-E028D76FB546}" srcOrd="0" destOrd="0" presId="urn:microsoft.com/office/officeart/2005/8/layout/list1"/>
    <dgm:cxn modelId="{AF41A8A2-2118-4064-8512-7876C9ACCAE7}" type="presParOf" srcId="{37BF815B-0F20-4868-B8FA-E2E88FFDABF8}" destId="{14AE87F1-E49C-4359-9157-313064BF42A4}" srcOrd="1" destOrd="0" presId="urn:microsoft.com/office/officeart/2005/8/layout/list1"/>
    <dgm:cxn modelId="{4AA60899-5827-4C08-82E2-AA43D0BF5295}" type="presParOf" srcId="{5D398CE9-66BF-4626-BCCE-598C5BC0CE32}" destId="{76CF3E00-56F1-42AA-955E-D7FBD3971A12}" srcOrd="13" destOrd="0" presId="urn:microsoft.com/office/officeart/2005/8/layout/list1"/>
    <dgm:cxn modelId="{CDB398FC-6545-4C47-8B0E-77355D469C58}" type="presParOf" srcId="{5D398CE9-66BF-4626-BCCE-598C5BC0CE32}" destId="{FA99FBF2-6A4E-49D1-AB7D-6F1EDE89C225}" srcOrd="14" destOrd="0" presId="urn:microsoft.com/office/officeart/2005/8/layout/list1"/>
    <dgm:cxn modelId="{1DE97A6F-BE54-45B9-B8BA-7B388765F578}" type="presParOf" srcId="{5D398CE9-66BF-4626-BCCE-598C5BC0CE32}" destId="{573FB2D9-43A5-4F44-96A2-83B9D609306A}" srcOrd="15" destOrd="0" presId="urn:microsoft.com/office/officeart/2005/8/layout/list1"/>
    <dgm:cxn modelId="{6C58FFDC-0D63-47E7-8140-F61D1D4BA02D}" type="presParOf" srcId="{5D398CE9-66BF-4626-BCCE-598C5BC0CE32}" destId="{70B2C97A-D387-4F10-976F-B5ACB98DA320}" srcOrd="16" destOrd="0" presId="urn:microsoft.com/office/officeart/2005/8/layout/list1"/>
    <dgm:cxn modelId="{F5B49AC4-1596-429E-A6F8-75453D559F19}" type="presParOf" srcId="{70B2C97A-D387-4F10-976F-B5ACB98DA320}" destId="{8075C91E-5F2E-4BD2-8E50-F53FF2938B4E}" srcOrd="0" destOrd="0" presId="urn:microsoft.com/office/officeart/2005/8/layout/list1"/>
    <dgm:cxn modelId="{83C536AA-D759-4160-9067-02EF8AC80D1E}" type="presParOf" srcId="{70B2C97A-D387-4F10-976F-B5ACB98DA320}" destId="{F33D6E4E-63E2-4FDB-9AC7-FB79F3A261B1}" srcOrd="1" destOrd="0" presId="urn:microsoft.com/office/officeart/2005/8/layout/list1"/>
    <dgm:cxn modelId="{A39F2444-25CD-4808-901E-5A51BA20862F}" type="presParOf" srcId="{5D398CE9-66BF-4626-BCCE-598C5BC0CE32}" destId="{411481E1-B6C4-4DC5-9172-3A91EA70B359}" srcOrd="17" destOrd="0" presId="urn:microsoft.com/office/officeart/2005/8/layout/list1"/>
    <dgm:cxn modelId="{2762C3BD-54C7-4E66-91AB-48BF00515C83}" type="presParOf" srcId="{5D398CE9-66BF-4626-BCCE-598C5BC0CE32}" destId="{CD293CBD-B99A-491B-AD59-A20EF3CF7BF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DF87CA4-6509-4D8D-90A0-E48CF7F234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FE3D5-F29F-40DF-A24C-7D19D12A70C8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Vision Backbone Evolution</a:t>
          </a:r>
        </a:p>
      </dgm:t>
    </dgm:pt>
    <dgm:pt modelId="{8A34B4BA-CE3C-4833-9A03-2749964E0E32}" type="parTrans" cxnId="{918FB367-F2DD-47B2-8DC3-DAFEDABFFBE5}">
      <dgm:prSet/>
      <dgm:spPr/>
      <dgm:t>
        <a:bodyPr/>
        <a:lstStyle/>
        <a:p>
          <a:endParaRPr lang="en-US" sz="2000"/>
        </a:p>
      </dgm:t>
    </dgm:pt>
    <dgm:pt modelId="{FB98A8EF-4CF7-4717-8AD8-4C97FA111019}" type="sibTrans" cxnId="{918FB367-F2DD-47B2-8DC3-DAFEDABFFBE5}">
      <dgm:prSet/>
      <dgm:spPr/>
      <dgm:t>
        <a:bodyPr/>
        <a:lstStyle/>
        <a:p>
          <a:endParaRPr lang="en-US" sz="2000"/>
        </a:p>
      </dgm:t>
    </dgm:pt>
    <dgm:pt modelId="{B0CBB064-1761-4D38-90AB-F034E3FACE18}">
      <dgm:prSet phldrT="[Κείμενο]" custT="1"/>
      <dgm:spPr/>
      <dgm:t>
        <a:bodyPr/>
        <a:lstStyle/>
        <a:p>
          <a:pPr>
            <a:buNone/>
          </a:pPr>
          <a:r>
            <a:rPr lang="en-US" sz="1400" dirty="0" err="1"/>
            <a:t>MambaVision</a:t>
          </a:r>
          <a:endParaRPr lang="en-US" sz="1400" dirty="0"/>
        </a:p>
      </dgm:t>
    </dgm:pt>
    <dgm:pt modelId="{E3689061-FAD6-4F70-9BC8-00ED9F291377}" type="parTrans" cxnId="{70634A35-1C2C-48C1-B5B7-B164D44612B0}">
      <dgm:prSet/>
      <dgm:spPr/>
      <dgm:t>
        <a:bodyPr/>
        <a:lstStyle/>
        <a:p>
          <a:endParaRPr lang="en-US" sz="2000"/>
        </a:p>
      </dgm:t>
    </dgm:pt>
    <dgm:pt modelId="{08C1C468-5D1D-4DD4-9D94-AE8EBEDA2A1F}" type="sibTrans" cxnId="{70634A35-1C2C-48C1-B5B7-B164D44612B0}">
      <dgm:prSet/>
      <dgm:spPr/>
      <dgm:t>
        <a:bodyPr/>
        <a:lstStyle/>
        <a:p>
          <a:endParaRPr lang="en-US" sz="2000"/>
        </a:p>
      </dgm:t>
    </dgm:pt>
    <dgm:pt modelId="{00387266-9D74-407C-BB6D-9D996F387B16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Key Innovations</a:t>
          </a:r>
        </a:p>
      </dgm:t>
    </dgm:pt>
    <dgm:pt modelId="{290A383A-34C8-42BA-B1EF-C3013511410C}" type="parTrans" cxnId="{0769C9A2-7E5F-47BC-B746-4D831EE11455}">
      <dgm:prSet/>
      <dgm:spPr/>
      <dgm:t>
        <a:bodyPr/>
        <a:lstStyle/>
        <a:p>
          <a:endParaRPr lang="en-US" sz="2000"/>
        </a:p>
      </dgm:t>
    </dgm:pt>
    <dgm:pt modelId="{0D8A809B-42C8-439B-A74B-64A0FAB094FF}" type="sibTrans" cxnId="{0769C9A2-7E5F-47BC-B746-4D831EE11455}">
      <dgm:prSet/>
      <dgm:spPr/>
      <dgm:t>
        <a:bodyPr/>
        <a:lstStyle/>
        <a:p>
          <a:endParaRPr lang="en-US" sz="2000"/>
        </a:p>
      </dgm:t>
    </dgm:pt>
    <dgm:pt modelId="{4BC1A83E-F28E-4108-A5B7-60769522F33C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Broader Impact</a:t>
          </a:r>
        </a:p>
      </dgm:t>
    </dgm:pt>
    <dgm:pt modelId="{A425ED90-E603-45EA-8262-16906AB8D624}" type="parTrans" cxnId="{5DC3EDA1-B4A4-49E6-B052-0AC7CEBF58C3}">
      <dgm:prSet/>
      <dgm:spPr/>
      <dgm:t>
        <a:bodyPr/>
        <a:lstStyle/>
        <a:p>
          <a:endParaRPr lang="en-US" sz="2000"/>
        </a:p>
      </dgm:t>
    </dgm:pt>
    <dgm:pt modelId="{6BA59D31-0263-4126-8F1C-07BE900C894A}" type="sibTrans" cxnId="{5DC3EDA1-B4A4-49E6-B052-0AC7CEBF58C3}">
      <dgm:prSet/>
      <dgm:spPr/>
      <dgm:t>
        <a:bodyPr/>
        <a:lstStyle/>
        <a:p>
          <a:endParaRPr lang="en-US" sz="2000"/>
        </a:p>
      </dgm:t>
    </dgm:pt>
    <dgm:pt modelId="{EAE3B834-6ED8-4298-B193-6BA8E0FA11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CNNs: Efficient, local (translation invariance)</a:t>
          </a:r>
        </a:p>
      </dgm:t>
    </dgm:pt>
    <dgm:pt modelId="{8AEDBD18-89D1-4855-9B66-AE763ADBB3CB}" type="parTrans" cxnId="{199551D0-7D8C-4965-93CE-5CA816EFD794}">
      <dgm:prSet/>
      <dgm:spPr/>
      <dgm:t>
        <a:bodyPr/>
        <a:lstStyle/>
        <a:p>
          <a:endParaRPr lang="en-US" sz="2000"/>
        </a:p>
      </dgm:t>
    </dgm:pt>
    <dgm:pt modelId="{D658C940-17F0-41AA-9BE2-6DD484C3BB7D}" type="sibTrans" cxnId="{199551D0-7D8C-4965-93CE-5CA816EFD794}">
      <dgm:prSet/>
      <dgm:spPr/>
      <dgm:t>
        <a:bodyPr/>
        <a:lstStyle/>
        <a:p>
          <a:endParaRPr lang="en-US" sz="2000"/>
        </a:p>
      </dgm:t>
    </dgm:pt>
    <dgm:pt modelId="{736205C4-753F-4F21-A96C-8465BBD083FC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 err="1"/>
            <a:t>ViTs</a:t>
          </a:r>
          <a:r>
            <a:rPr lang="en-US" sz="1400" dirty="0"/>
            <a:t>: Global context via self-attention, but quadratic cost</a:t>
          </a:r>
        </a:p>
      </dgm:t>
    </dgm:pt>
    <dgm:pt modelId="{4024C366-E8D3-4C86-95A5-F9D5BD4B4C0B}" type="parTrans" cxnId="{4A25076F-2B0A-47AB-AEC0-5FEFA3ED6C8D}">
      <dgm:prSet/>
      <dgm:spPr/>
      <dgm:t>
        <a:bodyPr/>
        <a:lstStyle/>
        <a:p>
          <a:endParaRPr lang="en-US" sz="2000"/>
        </a:p>
      </dgm:t>
    </dgm:pt>
    <dgm:pt modelId="{4F53925F-1806-482E-9A7C-22B5C8C097D4}" type="sibTrans" cxnId="{4A25076F-2B0A-47AB-AEC0-5FEFA3ED6C8D}">
      <dgm:prSet/>
      <dgm:spPr/>
      <dgm:t>
        <a:bodyPr/>
        <a:lstStyle/>
        <a:p>
          <a:endParaRPr lang="en-US" sz="2000"/>
        </a:p>
      </dgm:t>
    </dgm:pt>
    <dgm:pt modelId="{81E8619A-C292-47AA-AEDA-762B1F8FB82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SSMs (Mamba): Linear-time modeling, strong in language, challenging for 2D non-causal images</a:t>
          </a:r>
        </a:p>
      </dgm:t>
    </dgm:pt>
    <dgm:pt modelId="{638ACE34-B99E-4177-AE05-B4AB092557C7}" type="parTrans" cxnId="{D105CE9D-C7A0-4C14-936B-32201B891183}">
      <dgm:prSet/>
      <dgm:spPr/>
      <dgm:t>
        <a:bodyPr/>
        <a:lstStyle/>
        <a:p>
          <a:endParaRPr lang="en-US" sz="2000"/>
        </a:p>
      </dgm:t>
    </dgm:pt>
    <dgm:pt modelId="{58C8E11C-4F7E-43F2-AB91-1586A29DAB07}" type="sibTrans" cxnId="{D105CE9D-C7A0-4C14-936B-32201B891183}">
      <dgm:prSet/>
      <dgm:spPr/>
      <dgm:t>
        <a:bodyPr/>
        <a:lstStyle/>
        <a:p>
          <a:endParaRPr lang="en-US" sz="2000"/>
        </a:p>
      </dgm:t>
    </dgm:pt>
    <dgm:pt modelId="{513583D3-ABAF-4282-BB3A-495D693DDA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Novel hybrid architecture: CNN + SSM (Mamba) + Transformer</a:t>
          </a:r>
        </a:p>
      </dgm:t>
    </dgm:pt>
    <dgm:pt modelId="{194E40EB-4449-465E-9EC2-DA8A3C6F550F}" type="parTrans" cxnId="{F0F3E648-6413-4811-A120-5EF2E51F7723}">
      <dgm:prSet/>
      <dgm:spPr/>
      <dgm:t>
        <a:bodyPr/>
        <a:lstStyle/>
        <a:p>
          <a:endParaRPr lang="en-US" sz="2000"/>
        </a:p>
      </dgm:t>
    </dgm:pt>
    <dgm:pt modelId="{E24AAEB2-7618-401D-944B-8D59BE200122}" type="sibTrans" cxnId="{F0F3E648-6413-4811-A120-5EF2E51F7723}">
      <dgm:prSet/>
      <dgm:spPr/>
      <dgm:t>
        <a:bodyPr/>
        <a:lstStyle/>
        <a:p>
          <a:endParaRPr lang="en-US" sz="2000"/>
        </a:p>
      </dgm:t>
    </dgm:pt>
    <dgm:pt modelId="{550D178B-9D07-4C52-B37E-35ACFE2971D2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>
              <a:noFill/>
            </a:rPr>
            <a:t>Redesigned "vision-friendly" Mamba block: Removes causality, adds symmetric branches</a:t>
          </a:r>
          <a:endParaRPr lang="en-US" sz="1400" dirty="0">
            <a:noFill/>
          </a:endParaRPr>
        </a:p>
      </dgm:t>
    </dgm:pt>
    <dgm:pt modelId="{C9BBB184-81F8-4CCE-8B98-C9B8DA74DA0B}" type="parTrans" cxnId="{F552A6EC-AA2A-4543-A6F1-52BF9F297948}">
      <dgm:prSet/>
      <dgm:spPr/>
      <dgm:t>
        <a:bodyPr/>
        <a:lstStyle/>
        <a:p>
          <a:endParaRPr lang="en-US" sz="2000"/>
        </a:p>
      </dgm:t>
    </dgm:pt>
    <dgm:pt modelId="{3C20E3EC-E583-465D-9C9A-74F551EE1D59}" type="sibTrans" cxnId="{F552A6EC-AA2A-4543-A6F1-52BF9F297948}">
      <dgm:prSet/>
      <dgm:spPr/>
      <dgm:t>
        <a:bodyPr/>
        <a:lstStyle/>
        <a:p>
          <a:endParaRPr lang="en-US" sz="2000"/>
        </a:p>
      </dgm:t>
    </dgm:pt>
    <dgm:pt modelId="{196E8C57-4853-4CEC-9E3A-38CE7F24A536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>
              <a:noFill/>
            </a:rPr>
            <a:t>Self-attention integrated only in final stages → balances efficiency &amp; global modeling</a:t>
          </a:r>
          <a:endParaRPr lang="en-US" sz="1400" dirty="0">
            <a:noFill/>
          </a:endParaRPr>
        </a:p>
      </dgm:t>
    </dgm:pt>
    <dgm:pt modelId="{338BA5DB-AC4D-4D69-91DF-0FCF48C0EDC7}" type="parTrans" cxnId="{46D989FD-1E92-439B-AB2E-ABE476C5430B}">
      <dgm:prSet/>
      <dgm:spPr/>
      <dgm:t>
        <a:bodyPr/>
        <a:lstStyle/>
        <a:p>
          <a:endParaRPr lang="en-US" sz="2000"/>
        </a:p>
      </dgm:t>
    </dgm:pt>
    <dgm:pt modelId="{7846FA47-CE7E-4165-8B84-4484DC00D9D2}" type="sibTrans" cxnId="{46D989FD-1E92-439B-AB2E-ABE476C5430B}">
      <dgm:prSet/>
      <dgm:spPr/>
      <dgm:t>
        <a:bodyPr/>
        <a:lstStyle/>
        <a:p>
          <a:endParaRPr lang="en-US" sz="2000"/>
        </a:p>
      </dgm:t>
    </dgm:pt>
    <dgm:pt modelId="{E5EA5C38-5C7C-4511-8197-95F53D80F235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Strong results in downstream tasks: object detection, semantic segmentation</a:t>
          </a:r>
        </a:p>
      </dgm:t>
    </dgm:pt>
    <dgm:pt modelId="{D0A78447-B2EF-4040-A6F1-7B38BFE8D07E}" type="parTrans" cxnId="{04E70889-E580-4D3A-A0EB-9B360575962B}">
      <dgm:prSet/>
      <dgm:spPr/>
      <dgm:t>
        <a:bodyPr/>
        <a:lstStyle/>
        <a:p>
          <a:endParaRPr lang="en-US" sz="2000"/>
        </a:p>
      </dgm:t>
    </dgm:pt>
    <dgm:pt modelId="{29294411-DF80-415E-9F49-EDCC9D59C40B}" type="sibTrans" cxnId="{04E70889-E580-4D3A-A0EB-9B360575962B}">
      <dgm:prSet/>
      <dgm:spPr/>
      <dgm:t>
        <a:bodyPr/>
        <a:lstStyle/>
        <a:p>
          <a:endParaRPr lang="en-US" sz="2000"/>
        </a:p>
      </dgm:t>
    </dgm:pt>
    <dgm:pt modelId="{1F911FC8-037E-4720-B6ED-302FB86BE7CA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Scalable for foundation model pre-training</a:t>
          </a:r>
        </a:p>
      </dgm:t>
    </dgm:pt>
    <dgm:pt modelId="{E67994C5-51BD-49BE-9076-0B41827438B1}" type="parTrans" cxnId="{05D00181-59EC-4B7E-81BB-4ECDE9186642}">
      <dgm:prSet/>
      <dgm:spPr/>
      <dgm:t>
        <a:bodyPr/>
        <a:lstStyle/>
        <a:p>
          <a:endParaRPr lang="en-US" sz="2000"/>
        </a:p>
      </dgm:t>
    </dgm:pt>
    <dgm:pt modelId="{6EE3D6E9-87B9-439C-8225-EC7AD370C1A3}" type="sibTrans" cxnId="{05D00181-59EC-4B7E-81BB-4ECDE9186642}">
      <dgm:prSet/>
      <dgm:spPr/>
      <dgm:t>
        <a:bodyPr/>
        <a:lstStyle/>
        <a:p>
          <a:endParaRPr lang="en-US" sz="2000"/>
        </a:p>
      </dgm:t>
    </dgm:pt>
    <dgm:pt modelId="{93FB3F31-B85E-44C4-A5EC-673FF2F1FB1D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Blueprint for next-gen efficient, high-performance vision backbones</a:t>
          </a:r>
        </a:p>
      </dgm:t>
    </dgm:pt>
    <dgm:pt modelId="{351A63B3-EB05-4534-9056-62DC5C600543}" type="parTrans" cxnId="{12E4E3CF-52FB-4BD0-A198-9CFF60BBBFDE}">
      <dgm:prSet/>
      <dgm:spPr/>
      <dgm:t>
        <a:bodyPr/>
        <a:lstStyle/>
        <a:p>
          <a:endParaRPr lang="en-US" sz="2000"/>
        </a:p>
      </dgm:t>
    </dgm:pt>
    <dgm:pt modelId="{A62E8538-1670-4091-8FE7-63355A0670E8}" type="sibTrans" cxnId="{12E4E3CF-52FB-4BD0-A198-9CFF60BBBFDE}">
      <dgm:prSet/>
      <dgm:spPr/>
      <dgm:t>
        <a:bodyPr/>
        <a:lstStyle/>
        <a:p>
          <a:endParaRPr lang="en-US" sz="2000"/>
        </a:p>
      </dgm:t>
    </dgm:pt>
    <dgm:pt modelId="{012056AD-7EAA-4C29-B6ED-F29DB39B60C9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Performance Breakthrough</a:t>
          </a:r>
        </a:p>
      </dgm:t>
    </dgm:pt>
    <dgm:pt modelId="{4A70877F-5367-4B81-A6C7-3D0F009C6DFD}" type="sibTrans" cxnId="{D4E8A1B7-80BE-47BE-8184-33A9C4EE5972}">
      <dgm:prSet/>
      <dgm:spPr/>
      <dgm:t>
        <a:bodyPr/>
        <a:lstStyle/>
        <a:p>
          <a:endParaRPr lang="en-US" sz="2000"/>
        </a:p>
      </dgm:t>
    </dgm:pt>
    <dgm:pt modelId="{2A46387A-9ABB-4872-8A1A-3AA988D82579}" type="parTrans" cxnId="{D4E8A1B7-80BE-47BE-8184-33A9C4EE5972}">
      <dgm:prSet/>
      <dgm:spPr/>
      <dgm:t>
        <a:bodyPr/>
        <a:lstStyle/>
        <a:p>
          <a:endParaRPr lang="en-US" sz="2000"/>
        </a:p>
      </dgm:t>
    </dgm:pt>
    <dgm:pt modelId="{66302889-113B-4424-B011-ABC4AFC8AC17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Achieves new state-of-the-art Pareto front on ImageNet-1K</a:t>
          </a:r>
        </a:p>
      </dgm:t>
    </dgm:pt>
    <dgm:pt modelId="{FFDED454-B00B-4C9E-A801-F6D4B28A5615}" type="sibTrans" cxnId="{28453E53-7D7E-4068-BEF9-47FC345A4F21}">
      <dgm:prSet/>
      <dgm:spPr/>
      <dgm:t>
        <a:bodyPr/>
        <a:lstStyle/>
        <a:p>
          <a:endParaRPr lang="en-US" sz="2000"/>
        </a:p>
      </dgm:t>
    </dgm:pt>
    <dgm:pt modelId="{22BC71BC-B782-4E13-B029-D9F3C8A833A6}" type="parTrans" cxnId="{28453E53-7D7E-4068-BEF9-47FC345A4F21}">
      <dgm:prSet/>
      <dgm:spPr/>
      <dgm:t>
        <a:bodyPr/>
        <a:lstStyle/>
        <a:p>
          <a:endParaRPr lang="en-US" sz="2000"/>
        </a:p>
      </dgm:t>
    </dgm:pt>
    <dgm:pt modelId="{CA78FF51-6581-4F1C-BDB4-4608A266EC54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Superior Top-1 accuracy and image throughput tradeoff</a:t>
          </a:r>
        </a:p>
      </dgm:t>
    </dgm:pt>
    <dgm:pt modelId="{AD957BE8-9384-4818-B029-C043BA858B97}" type="sibTrans" cxnId="{3F0310E0-B29B-4779-9570-C41DC521AC22}">
      <dgm:prSet/>
      <dgm:spPr/>
      <dgm:t>
        <a:bodyPr/>
        <a:lstStyle/>
        <a:p>
          <a:endParaRPr lang="en-US" sz="2000"/>
        </a:p>
      </dgm:t>
    </dgm:pt>
    <dgm:pt modelId="{1C9590B4-8F54-49DD-852F-9210084ED803}" type="parTrans" cxnId="{3F0310E0-B29B-4779-9570-C41DC521AC22}">
      <dgm:prSet/>
      <dgm:spPr/>
      <dgm:t>
        <a:bodyPr/>
        <a:lstStyle/>
        <a:p>
          <a:endParaRPr lang="en-US" sz="2000"/>
        </a:p>
      </dgm:t>
    </dgm:pt>
    <dgm:pt modelId="{5D398CE9-66BF-4626-BCCE-598C5BC0CE32}" type="pres">
      <dgm:prSet presAssocID="{FDF87CA4-6509-4D8D-90A0-E48CF7F2345D}" presName="linear" presStyleCnt="0">
        <dgm:presLayoutVars>
          <dgm:dir/>
          <dgm:animLvl val="lvl"/>
          <dgm:resizeHandles val="exact"/>
        </dgm:presLayoutVars>
      </dgm:prSet>
      <dgm:spPr/>
    </dgm:pt>
    <dgm:pt modelId="{0179176E-B94E-476C-9322-6762FB9CB3D5}" type="pres">
      <dgm:prSet presAssocID="{E27FE3D5-F29F-40DF-A24C-7D19D12A70C8}" presName="parentLin" presStyleCnt="0"/>
      <dgm:spPr/>
    </dgm:pt>
    <dgm:pt modelId="{19995A84-5C3E-47A4-B2DE-076969BB7022}" type="pres">
      <dgm:prSet presAssocID="{E27FE3D5-F29F-40DF-A24C-7D19D12A70C8}" presName="parentLeftMargin" presStyleLbl="node1" presStyleIdx="0" presStyleCnt="5"/>
      <dgm:spPr/>
    </dgm:pt>
    <dgm:pt modelId="{0F71CEF4-CF33-4099-BCF3-F538CB34115A}" type="pres">
      <dgm:prSet presAssocID="{E27FE3D5-F29F-40DF-A24C-7D19D12A70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22033D-AC78-4F15-BB32-22EFD654E064}" type="pres">
      <dgm:prSet presAssocID="{E27FE3D5-F29F-40DF-A24C-7D19D12A70C8}" presName="negativeSpace" presStyleCnt="0"/>
      <dgm:spPr/>
    </dgm:pt>
    <dgm:pt modelId="{3BA2E78A-E193-4B61-A0C8-6E9BD0DA4594}" type="pres">
      <dgm:prSet presAssocID="{E27FE3D5-F29F-40DF-A24C-7D19D12A70C8}" presName="childText" presStyleLbl="conFgAcc1" presStyleIdx="0" presStyleCnt="5">
        <dgm:presLayoutVars>
          <dgm:bulletEnabled val="1"/>
        </dgm:presLayoutVars>
      </dgm:prSet>
      <dgm:spPr/>
    </dgm:pt>
    <dgm:pt modelId="{1BD4CE54-B3AB-4008-87F8-304EC0394636}" type="pres">
      <dgm:prSet presAssocID="{FB98A8EF-4CF7-4717-8AD8-4C97FA111019}" presName="spaceBetweenRectangles" presStyleCnt="0"/>
      <dgm:spPr/>
    </dgm:pt>
    <dgm:pt modelId="{569DF79C-AAF1-4E05-BE3B-EFBB0DDE3815}" type="pres">
      <dgm:prSet presAssocID="{B0CBB064-1761-4D38-90AB-F034E3FACE18}" presName="parentLin" presStyleCnt="0"/>
      <dgm:spPr/>
    </dgm:pt>
    <dgm:pt modelId="{23003385-164E-4F22-8FCE-9E17F13E5C1C}" type="pres">
      <dgm:prSet presAssocID="{B0CBB064-1761-4D38-90AB-F034E3FACE18}" presName="parentLeftMargin" presStyleLbl="node1" presStyleIdx="0" presStyleCnt="5"/>
      <dgm:spPr/>
    </dgm:pt>
    <dgm:pt modelId="{EBF48EF5-87AB-4E90-8D25-8C3DB97A1656}" type="pres">
      <dgm:prSet presAssocID="{B0CBB064-1761-4D38-90AB-F034E3FACE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C217DA-F326-4994-8466-CAB7F3BBA213}" type="pres">
      <dgm:prSet presAssocID="{B0CBB064-1761-4D38-90AB-F034E3FACE18}" presName="negativeSpace" presStyleCnt="0"/>
      <dgm:spPr/>
    </dgm:pt>
    <dgm:pt modelId="{C9ABF7FA-B382-4E36-AD27-3C81318B5BE4}" type="pres">
      <dgm:prSet presAssocID="{B0CBB064-1761-4D38-90AB-F034E3FACE18}" presName="childText" presStyleLbl="conFgAcc1" presStyleIdx="1" presStyleCnt="5">
        <dgm:presLayoutVars>
          <dgm:bulletEnabled val="1"/>
        </dgm:presLayoutVars>
      </dgm:prSet>
      <dgm:spPr/>
    </dgm:pt>
    <dgm:pt modelId="{DCA4BEC7-3910-460E-B175-B21920A599A2}" type="pres">
      <dgm:prSet presAssocID="{08C1C468-5D1D-4DD4-9D94-AE8EBEDA2A1F}" presName="spaceBetweenRectangles" presStyleCnt="0"/>
      <dgm:spPr/>
    </dgm:pt>
    <dgm:pt modelId="{E098FCE0-3C68-4618-B481-6CD8389D2875}" type="pres">
      <dgm:prSet presAssocID="{00387266-9D74-407C-BB6D-9D996F387B16}" presName="parentLin" presStyleCnt="0"/>
      <dgm:spPr/>
    </dgm:pt>
    <dgm:pt modelId="{8B5E99F5-9593-4880-8650-3610EA03F2A1}" type="pres">
      <dgm:prSet presAssocID="{00387266-9D74-407C-BB6D-9D996F387B16}" presName="parentLeftMargin" presStyleLbl="node1" presStyleIdx="1" presStyleCnt="5"/>
      <dgm:spPr/>
    </dgm:pt>
    <dgm:pt modelId="{05A4A584-040F-476F-9968-7CEE6AC07FD3}" type="pres">
      <dgm:prSet presAssocID="{00387266-9D74-407C-BB6D-9D996F387B1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1FFE42-3874-42C7-A897-E78FB5251DCA}" type="pres">
      <dgm:prSet presAssocID="{00387266-9D74-407C-BB6D-9D996F387B16}" presName="negativeSpace" presStyleCnt="0"/>
      <dgm:spPr/>
    </dgm:pt>
    <dgm:pt modelId="{12AC4E95-5CEB-41BB-9EEA-31929E230FAA}" type="pres">
      <dgm:prSet presAssocID="{00387266-9D74-407C-BB6D-9D996F387B16}" presName="childText" presStyleLbl="conFgAcc1" presStyleIdx="2" presStyleCnt="5">
        <dgm:presLayoutVars>
          <dgm:bulletEnabled val="1"/>
        </dgm:presLayoutVars>
      </dgm:prSet>
      <dgm:spPr/>
    </dgm:pt>
    <dgm:pt modelId="{7C71B7DA-EF82-46FE-BA9C-CDDD8888A897}" type="pres">
      <dgm:prSet presAssocID="{0D8A809B-42C8-439B-A74B-64A0FAB094FF}" presName="spaceBetweenRectangles" presStyleCnt="0"/>
      <dgm:spPr/>
    </dgm:pt>
    <dgm:pt modelId="{37BF815B-0F20-4868-B8FA-E2E88FFDABF8}" type="pres">
      <dgm:prSet presAssocID="{012056AD-7EAA-4C29-B6ED-F29DB39B60C9}" presName="parentLin" presStyleCnt="0"/>
      <dgm:spPr/>
    </dgm:pt>
    <dgm:pt modelId="{B323768F-9CA7-4064-B026-E028D76FB546}" type="pres">
      <dgm:prSet presAssocID="{012056AD-7EAA-4C29-B6ED-F29DB39B60C9}" presName="parentLeftMargin" presStyleLbl="node1" presStyleIdx="2" presStyleCnt="5"/>
      <dgm:spPr/>
    </dgm:pt>
    <dgm:pt modelId="{14AE87F1-E49C-4359-9157-313064BF42A4}" type="pres">
      <dgm:prSet presAssocID="{012056AD-7EAA-4C29-B6ED-F29DB39B60C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6CF3E00-56F1-42AA-955E-D7FBD3971A12}" type="pres">
      <dgm:prSet presAssocID="{012056AD-7EAA-4C29-B6ED-F29DB39B60C9}" presName="negativeSpace" presStyleCnt="0"/>
      <dgm:spPr/>
    </dgm:pt>
    <dgm:pt modelId="{FA99FBF2-6A4E-49D1-AB7D-6F1EDE89C225}" type="pres">
      <dgm:prSet presAssocID="{012056AD-7EAA-4C29-B6ED-F29DB39B60C9}" presName="childText" presStyleLbl="conFgAcc1" presStyleIdx="3" presStyleCnt="5">
        <dgm:presLayoutVars>
          <dgm:bulletEnabled val="1"/>
        </dgm:presLayoutVars>
      </dgm:prSet>
      <dgm:spPr/>
    </dgm:pt>
    <dgm:pt modelId="{573FB2D9-43A5-4F44-96A2-83B9D609306A}" type="pres">
      <dgm:prSet presAssocID="{4A70877F-5367-4B81-A6C7-3D0F009C6DFD}" presName="spaceBetweenRectangles" presStyleCnt="0"/>
      <dgm:spPr/>
    </dgm:pt>
    <dgm:pt modelId="{70B2C97A-D387-4F10-976F-B5ACB98DA320}" type="pres">
      <dgm:prSet presAssocID="{4BC1A83E-F28E-4108-A5B7-60769522F33C}" presName="parentLin" presStyleCnt="0"/>
      <dgm:spPr/>
    </dgm:pt>
    <dgm:pt modelId="{8075C91E-5F2E-4BD2-8E50-F53FF2938B4E}" type="pres">
      <dgm:prSet presAssocID="{4BC1A83E-F28E-4108-A5B7-60769522F33C}" presName="parentLeftMargin" presStyleLbl="node1" presStyleIdx="3" presStyleCnt="5"/>
      <dgm:spPr/>
    </dgm:pt>
    <dgm:pt modelId="{F33D6E4E-63E2-4FDB-9AC7-FB79F3A261B1}" type="pres">
      <dgm:prSet presAssocID="{4BC1A83E-F28E-4108-A5B7-60769522F33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1481E1-B6C4-4DC5-9172-3A91EA70B359}" type="pres">
      <dgm:prSet presAssocID="{4BC1A83E-F28E-4108-A5B7-60769522F33C}" presName="negativeSpace" presStyleCnt="0"/>
      <dgm:spPr/>
    </dgm:pt>
    <dgm:pt modelId="{CD293CBD-B99A-491B-AD59-A20EF3CF7BFB}" type="pres">
      <dgm:prSet presAssocID="{4BC1A83E-F28E-4108-A5B7-60769522F33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A268411-6E98-49B3-B5CE-3CB0E42AE826}" type="presOf" srcId="{CA78FF51-6581-4F1C-BDB4-4608A266EC54}" destId="{FA99FBF2-6A4E-49D1-AB7D-6F1EDE89C225}" srcOrd="0" destOrd="1" presId="urn:microsoft.com/office/officeart/2005/8/layout/list1"/>
    <dgm:cxn modelId="{63A79A2C-2537-4748-B95D-CAEDE2DF3B52}" type="presOf" srcId="{736205C4-753F-4F21-A96C-8465BBD083FC}" destId="{3BA2E78A-E193-4B61-A0C8-6E9BD0DA4594}" srcOrd="0" destOrd="1" presId="urn:microsoft.com/office/officeart/2005/8/layout/list1"/>
    <dgm:cxn modelId="{70634A35-1C2C-48C1-B5B7-B164D44612B0}" srcId="{FDF87CA4-6509-4D8D-90A0-E48CF7F2345D}" destId="{B0CBB064-1761-4D38-90AB-F034E3FACE18}" srcOrd="1" destOrd="0" parTransId="{E3689061-FAD6-4F70-9BC8-00ED9F291377}" sibTransId="{08C1C468-5D1D-4DD4-9D94-AE8EBEDA2A1F}"/>
    <dgm:cxn modelId="{4296495C-3E95-4FEF-9E9D-51B98F6F4592}" type="presOf" srcId="{81E8619A-C292-47AA-AEDA-762B1F8FB826}" destId="{3BA2E78A-E193-4B61-A0C8-6E9BD0DA4594}" srcOrd="0" destOrd="2" presId="urn:microsoft.com/office/officeart/2005/8/layout/list1"/>
    <dgm:cxn modelId="{70E8C45E-F999-407D-921B-737D3861B08C}" type="presOf" srcId="{550D178B-9D07-4C52-B37E-35ACFE2971D2}" destId="{12AC4E95-5CEB-41BB-9EEA-31929E230FAA}" srcOrd="0" destOrd="0" presId="urn:microsoft.com/office/officeart/2005/8/layout/list1"/>
    <dgm:cxn modelId="{8E63515F-3B08-42ED-848E-83DAC6616E13}" type="presOf" srcId="{1F911FC8-037E-4720-B6ED-302FB86BE7CA}" destId="{CD293CBD-B99A-491B-AD59-A20EF3CF7BFB}" srcOrd="0" destOrd="1" presId="urn:microsoft.com/office/officeart/2005/8/layout/list1"/>
    <dgm:cxn modelId="{E5A3C762-D47F-4A71-9B37-88332BADE61E}" type="presOf" srcId="{4BC1A83E-F28E-4108-A5B7-60769522F33C}" destId="{8075C91E-5F2E-4BD2-8E50-F53FF2938B4E}" srcOrd="0" destOrd="0" presId="urn:microsoft.com/office/officeart/2005/8/layout/list1"/>
    <dgm:cxn modelId="{918FB367-F2DD-47B2-8DC3-DAFEDABFFBE5}" srcId="{FDF87CA4-6509-4D8D-90A0-E48CF7F2345D}" destId="{E27FE3D5-F29F-40DF-A24C-7D19D12A70C8}" srcOrd="0" destOrd="0" parTransId="{8A34B4BA-CE3C-4833-9A03-2749964E0E32}" sibTransId="{FB98A8EF-4CF7-4717-8AD8-4C97FA111019}"/>
    <dgm:cxn modelId="{F0F3E648-6413-4811-A120-5EF2E51F7723}" srcId="{B0CBB064-1761-4D38-90AB-F034E3FACE18}" destId="{513583D3-ABAF-4282-BB3A-495D693DDA64}" srcOrd="0" destOrd="0" parTransId="{194E40EB-4449-465E-9EC2-DA8A3C6F550F}" sibTransId="{E24AAEB2-7618-401D-944B-8D59BE200122}"/>
    <dgm:cxn modelId="{96C65B69-E8F6-44B7-A267-F0259BF82B88}" type="presOf" srcId="{E27FE3D5-F29F-40DF-A24C-7D19D12A70C8}" destId="{0F71CEF4-CF33-4099-BCF3-F538CB34115A}" srcOrd="1" destOrd="0" presId="urn:microsoft.com/office/officeart/2005/8/layout/list1"/>
    <dgm:cxn modelId="{4A25076F-2B0A-47AB-AEC0-5FEFA3ED6C8D}" srcId="{E27FE3D5-F29F-40DF-A24C-7D19D12A70C8}" destId="{736205C4-753F-4F21-A96C-8465BBD083FC}" srcOrd="1" destOrd="0" parTransId="{4024C366-E8D3-4C86-95A5-F9D5BD4B4C0B}" sibTransId="{4F53925F-1806-482E-9A7C-22B5C8C097D4}"/>
    <dgm:cxn modelId="{28453E53-7D7E-4068-BEF9-47FC345A4F21}" srcId="{012056AD-7EAA-4C29-B6ED-F29DB39B60C9}" destId="{66302889-113B-4424-B011-ABC4AFC8AC17}" srcOrd="0" destOrd="0" parTransId="{22BC71BC-B782-4E13-B029-D9F3C8A833A6}" sibTransId="{FFDED454-B00B-4C9E-A801-F6D4B28A5615}"/>
    <dgm:cxn modelId="{05D00181-59EC-4B7E-81BB-4ECDE9186642}" srcId="{4BC1A83E-F28E-4108-A5B7-60769522F33C}" destId="{1F911FC8-037E-4720-B6ED-302FB86BE7CA}" srcOrd="1" destOrd="0" parTransId="{E67994C5-51BD-49BE-9076-0B41827438B1}" sibTransId="{6EE3D6E9-87B9-439C-8225-EC7AD370C1A3}"/>
    <dgm:cxn modelId="{5B67D182-4550-41ED-B1D7-7EB7D2457BCF}" type="presOf" srcId="{012056AD-7EAA-4C29-B6ED-F29DB39B60C9}" destId="{14AE87F1-E49C-4359-9157-313064BF42A4}" srcOrd="1" destOrd="0" presId="urn:microsoft.com/office/officeart/2005/8/layout/list1"/>
    <dgm:cxn modelId="{04E70889-E580-4D3A-A0EB-9B360575962B}" srcId="{4BC1A83E-F28E-4108-A5B7-60769522F33C}" destId="{E5EA5C38-5C7C-4511-8197-95F53D80F235}" srcOrd="0" destOrd="0" parTransId="{D0A78447-B2EF-4040-A6F1-7B38BFE8D07E}" sibTransId="{29294411-DF80-415E-9F49-EDCC9D59C40B}"/>
    <dgm:cxn modelId="{316FFD89-F9D4-4DA5-9BF9-373B3E7B11BC}" type="presOf" srcId="{EAE3B834-6ED8-4298-B193-6BA8E0FA1164}" destId="{3BA2E78A-E193-4B61-A0C8-6E9BD0DA4594}" srcOrd="0" destOrd="0" presId="urn:microsoft.com/office/officeart/2005/8/layout/list1"/>
    <dgm:cxn modelId="{D105CE9D-C7A0-4C14-936B-32201B891183}" srcId="{E27FE3D5-F29F-40DF-A24C-7D19D12A70C8}" destId="{81E8619A-C292-47AA-AEDA-762B1F8FB826}" srcOrd="2" destOrd="0" parTransId="{638ACE34-B99E-4177-AE05-B4AB092557C7}" sibTransId="{58C8E11C-4F7E-43F2-AB91-1586A29DAB07}"/>
    <dgm:cxn modelId="{5DC3EDA1-B4A4-49E6-B052-0AC7CEBF58C3}" srcId="{FDF87CA4-6509-4D8D-90A0-E48CF7F2345D}" destId="{4BC1A83E-F28E-4108-A5B7-60769522F33C}" srcOrd="4" destOrd="0" parTransId="{A425ED90-E603-45EA-8262-16906AB8D624}" sibTransId="{6BA59D31-0263-4126-8F1C-07BE900C894A}"/>
    <dgm:cxn modelId="{0769C9A2-7E5F-47BC-B746-4D831EE11455}" srcId="{FDF87CA4-6509-4D8D-90A0-E48CF7F2345D}" destId="{00387266-9D74-407C-BB6D-9D996F387B16}" srcOrd="2" destOrd="0" parTransId="{290A383A-34C8-42BA-B1EF-C3013511410C}" sibTransId="{0D8A809B-42C8-439B-A74B-64A0FAB094FF}"/>
    <dgm:cxn modelId="{1D0F23A4-B22F-4AF5-99CA-9E79393443AF}" type="presOf" srcId="{B0CBB064-1761-4D38-90AB-F034E3FACE18}" destId="{EBF48EF5-87AB-4E90-8D25-8C3DB97A1656}" srcOrd="1" destOrd="0" presId="urn:microsoft.com/office/officeart/2005/8/layout/list1"/>
    <dgm:cxn modelId="{67685FAF-73D9-4B47-BAE8-EE3E13DF7722}" type="presOf" srcId="{E27FE3D5-F29F-40DF-A24C-7D19D12A70C8}" destId="{19995A84-5C3E-47A4-B2DE-076969BB7022}" srcOrd="0" destOrd="0" presId="urn:microsoft.com/office/officeart/2005/8/layout/list1"/>
    <dgm:cxn modelId="{D70F41B2-1846-4575-86A5-1CD11263F9D5}" type="presOf" srcId="{66302889-113B-4424-B011-ABC4AFC8AC17}" destId="{FA99FBF2-6A4E-49D1-AB7D-6F1EDE89C225}" srcOrd="0" destOrd="0" presId="urn:microsoft.com/office/officeart/2005/8/layout/list1"/>
    <dgm:cxn modelId="{D4E8A1B7-80BE-47BE-8184-33A9C4EE5972}" srcId="{FDF87CA4-6509-4D8D-90A0-E48CF7F2345D}" destId="{012056AD-7EAA-4C29-B6ED-F29DB39B60C9}" srcOrd="3" destOrd="0" parTransId="{2A46387A-9ABB-4872-8A1A-3AA988D82579}" sibTransId="{4A70877F-5367-4B81-A6C7-3D0F009C6DFD}"/>
    <dgm:cxn modelId="{A17FF5B9-2989-47E8-B0A6-086C7E3AF98B}" type="presOf" srcId="{012056AD-7EAA-4C29-B6ED-F29DB39B60C9}" destId="{B323768F-9CA7-4064-B026-E028D76FB546}" srcOrd="0" destOrd="0" presId="urn:microsoft.com/office/officeart/2005/8/layout/list1"/>
    <dgm:cxn modelId="{32BA1AC6-5B46-4D89-AB00-A10319516E41}" type="presOf" srcId="{00387266-9D74-407C-BB6D-9D996F387B16}" destId="{8B5E99F5-9593-4880-8650-3610EA03F2A1}" srcOrd="0" destOrd="0" presId="urn:microsoft.com/office/officeart/2005/8/layout/list1"/>
    <dgm:cxn modelId="{12E4E3CF-52FB-4BD0-A198-9CFF60BBBFDE}" srcId="{4BC1A83E-F28E-4108-A5B7-60769522F33C}" destId="{93FB3F31-B85E-44C4-A5EC-673FF2F1FB1D}" srcOrd="2" destOrd="0" parTransId="{351A63B3-EB05-4534-9056-62DC5C600543}" sibTransId="{A62E8538-1670-4091-8FE7-63355A0670E8}"/>
    <dgm:cxn modelId="{199551D0-7D8C-4965-93CE-5CA816EFD794}" srcId="{E27FE3D5-F29F-40DF-A24C-7D19D12A70C8}" destId="{EAE3B834-6ED8-4298-B193-6BA8E0FA1164}" srcOrd="0" destOrd="0" parTransId="{8AEDBD18-89D1-4855-9B66-AE763ADBB3CB}" sibTransId="{D658C940-17F0-41AA-9BE2-6DD484C3BB7D}"/>
    <dgm:cxn modelId="{C93BEAD4-7405-4473-8859-6968EC8DAB62}" type="presOf" srcId="{93FB3F31-B85E-44C4-A5EC-673FF2F1FB1D}" destId="{CD293CBD-B99A-491B-AD59-A20EF3CF7BFB}" srcOrd="0" destOrd="2" presId="urn:microsoft.com/office/officeart/2005/8/layout/list1"/>
    <dgm:cxn modelId="{DA138BDA-32DC-49FB-978C-17687A89C8D5}" type="presOf" srcId="{B0CBB064-1761-4D38-90AB-F034E3FACE18}" destId="{23003385-164E-4F22-8FCE-9E17F13E5C1C}" srcOrd="0" destOrd="0" presId="urn:microsoft.com/office/officeart/2005/8/layout/list1"/>
    <dgm:cxn modelId="{D80930DE-6F83-4E6C-9833-D92B199571C2}" type="presOf" srcId="{E5EA5C38-5C7C-4511-8197-95F53D80F235}" destId="{CD293CBD-B99A-491B-AD59-A20EF3CF7BFB}" srcOrd="0" destOrd="0" presId="urn:microsoft.com/office/officeart/2005/8/layout/list1"/>
    <dgm:cxn modelId="{3F0310E0-B29B-4779-9570-C41DC521AC22}" srcId="{012056AD-7EAA-4C29-B6ED-F29DB39B60C9}" destId="{CA78FF51-6581-4F1C-BDB4-4608A266EC54}" srcOrd="1" destOrd="0" parTransId="{1C9590B4-8F54-49DD-852F-9210084ED803}" sibTransId="{AD957BE8-9384-4818-B029-C043BA858B97}"/>
    <dgm:cxn modelId="{69ED21E2-23AC-4507-9210-48A8AEA582A3}" type="presOf" srcId="{513583D3-ABAF-4282-BB3A-495D693DDA64}" destId="{C9ABF7FA-B382-4E36-AD27-3C81318B5BE4}" srcOrd="0" destOrd="0" presId="urn:microsoft.com/office/officeart/2005/8/layout/list1"/>
    <dgm:cxn modelId="{FF3951E3-C75F-4E78-BAA7-415EAE00C34A}" type="presOf" srcId="{00387266-9D74-407C-BB6D-9D996F387B16}" destId="{05A4A584-040F-476F-9968-7CEE6AC07FD3}" srcOrd="1" destOrd="0" presId="urn:microsoft.com/office/officeart/2005/8/layout/list1"/>
    <dgm:cxn modelId="{C79054E7-ECB5-4619-BE62-1054EA387BB7}" type="presOf" srcId="{4BC1A83E-F28E-4108-A5B7-60769522F33C}" destId="{F33D6E4E-63E2-4FDB-9AC7-FB79F3A261B1}" srcOrd="1" destOrd="0" presId="urn:microsoft.com/office/officeart/2005/8/layout/list1"/>
    <dgm:cxn modelId="{F552A6EC-AA2A-4543-A6F1-52BF9F297948}" srcId="{00387266-9D74-407C-BB6D-9D996F387B16}" destId="{550D178B-9D07-4C52-B37E-35ACFE2971D2}" srcOrd="0" destOrd="0" parTransId="{C9BBB184-81F8-4CCE-8B98-C9B8DA74DA0B}" sibTransId="{3C20E3EC-E583-465D-9C9A-74F551EE1D59}"/>
    <dgm:cxn modelId="{987F4CF9-F284-4044-8871-6D4B773D9E44}" type="presOf" srcId="{196E8C57-4853-4CEC-9E3A-38CE7F24A536}" destId="{12AC4E95-5CEB-41BB-9EEA-31929E230FAA}" srcOrd="0" destOrd="1" presId="urn:microsoft.com/office/officeart/2005/8/layout/list1"/>
    <dgm:cxn modelId="{432E4BFB-A30F-4EA7-82B8-1BF4BFBCE3E2}" type="presOf" srcId="{FDF87CA4-6509-4D8D-90A0-E48CF7F2345D}" destId="{5D398CE9-66BF-4626-BCCE-598C5BC0CE32}" srcOrd="0" destOrd="0" presId="urn:microsoft.com/office/officeart/2005/8/layout/list1"/>
    <dgm:cxn modelId="{46D989FD-1E92-439B-AB2E-ABE476C5430B}" srcId="{00387266-9D74-407C-BB6D-9D996F387B16}" destId="{196E8C57-4853-4CEC-9E3A-38CE7F24A536}" srcOrd="1" destOrd="0" parTransId="{338BA5DB-AC4D-4D69-91DF-0FCF48C0EDC7}" sibTransId="{7846FA47-CE7E-4165-8B84-4484DC00D9D2}"/>
    <dgm:cxn modelId="{3EB54F08-2538-45E4-8FA6-70040E199A82}" type="presParOf" srcId="{5D398CE9-66BF-4626-BCCE-598C5BC0CE32}" destId="{0179176E-B94E-476C-9322-6762FB9CB3D5}" srcOrd="0" destOrd="0" presId="urn:microsoft.com/office/officeart/2005/8/layout/list1"/>
    <dgm:cxn modelId="{8AF59D2C-3240-4584-88A2-DE5F567B142E}" type="presParOf" srcId="{0179176E-B94E-476C-9322-6762FB9CB3D5}" destId="{19995A84-5C3E-47A4-B2DE-076969BB7022}" srcOrd="0" destOrd="0" presId="urn:microsoft.com/office/officeart/2005/8/layout/list1"/>
    <dgm:cxn modelId="{03141535-9D39-4023-87E1-4A64D7D362F8}" type="presParOf" srcId="{0179176E-B94E-476C-9322-6762FB9CB3D5}" destId="{0F71CEF4-CF33-4099-BCF3-F538CB34115A}" srcOrd="1" destOrd="0" presId="urn:microsoft.com/office/officeart/2005/8/layout/list1"/>
    <dgm:cxn modelId="{65FFBE33-CE1D-4FBE-9562-F4679358342F}" type="presParOf" srcId="{5D398CE9-66BF-4626-BCCE-598C5BC0CE32}" destId="{E722033D-AC78-4F15-BB32-22EFD654E064}" srcOrd="1" destOrd="0" presId="urn:microsoft.com/office/officeart/2005/8/layout/list1"/>
    <dgm:cxn modelId="{5FC4F4ED-CA59-4A3C-98CF-546625A57255}" type="presParOf" srcId="{5D398CE9-66BF-4626-BCCE-598C5BC0CE32}" destId="{3BA2E78A-E193-4B61-A0C8-6E9BD0DA4594}" srcOrd="2" destOrd="0" presId="urn:microsoft.com/office/officeart/2005/8/layout/list1"/>
    <dgm:cxn modelId="{8483225D-693E-4523-9B9F-0BBAC30DCB3D}" type="presParOf" srcId="{5D398CE9-66BF-4626-BCCE-598C5BC0CE32}" destId="{1BD4CE54-B3AB-4008-87F8-304EC0394636}" srcOrd="3" destOrd="0" presId="urn:microsoft.com/office/officeart/2005/8/layout/list1"/>
    <dgm:cxn modelId="{851AD3D4-D011-4E7D-AAB2-EC687EADD8DE}" type="presParOf" srcId="{5D398CE9-66BF-4626-BCCE-598C5BC0CE32}" destId="{569DF79C-AAF1-4E05-BE3B-EFBB0DDE3815}" srcOrd="4" destOrd="0" presId="urn:microsoft.com/office/officeart/2005/8/layout/list1"/>
    <dgm:cxn modelId="{81199101-D6AB-4768-A767-8A6E1F97C4DA}" type="presParOf" srcId="{569DF79C-AAF1-4E05-BE3B-EFBB0DDE3815}" destId="{23003385-164E-4F22-8FCE-9E17F13E5C1C}" srcOrd="0" destOrd="0" presId="urn:microsoft.com/office/officeart/2005/8/layout/list1"/>
    <dgm:cxn modelId="{C18DAD7F-B788-4B60-A5FA-47545BAF9E02}" type="presParOf" srcId="{569DF79C-AAF1-4E05-BE3B-EFBB0DDE3815}" destId="{EBF48EF5-87AB-4E90-8D25-8C3DB97A1656}" srcOrd="1" destOrd="0" presId="urn:microsoft.com/office/officeart/2005/8/layout/list1"/>
    <dgm:cxn modelId="{4C19FDE2-2CCD-4D65-A4C9-431DBF4B621A}" type="presParOf" srcId="{5D398CE9-66BF-4626-BCCE-598C5BC0CE32}" destId="{B9C217DA-F326-4994-8466-CAB7F3BBA213}" srcOrd="5" destOrd="0" presId="urn:microsoft.com/office/officeart/2005/8/layout/list1"/>
    <dgm:cxn modelId="{227A8556-5609-4EB7-A231-9ACE4375C9B0}" type="presParOf" srcId="{5D398CE9-66BF-4626-BCCE-598C5BC0CE32}" destId="{C9ABF7FA-B382-4E36-AD27-3C81318B5BE4}" srcOrd="6" destOrd="0" presId="urn:microsoft.com/office/officeart/2005/8/layout/list1"/>
    <dgm:cxn modelId="{E4306F30-06E9-475E-98C3-DFDE9A0B27FA}" type="presParOf" srcId="{5D398CE9-66BF-4626-BCCE-598C5BC0CE32}" destId="{DCA4BEC7-3910-460E-B175-B21920A599A2}" srcOrd="7" destOrd="0" presId="urn:microsoft.com/office/officeart/2005/8/layout/list1"/>
    <dgm:cxn modelId="{6D37B4BF-3A22-415D-9D8E-0F694A97304B}" type="presParOf" srcId="{5D398CE9-66BF-4626-BCCE-598C5BC0CE32}" destId="{E098FCE0-3C68-4618-B481-6CD8389D2875}" srcOrd="8" destOrd="0" presId="urn:microsoft.com/office/officeart/2005/8/layout/list1"/>
    <dgm:cxn modelId="{24C39268-7805-4EB6-BD76-594DEF6397A4}" type="presParOf" srcId="{E098FCE0-3C68-4618-B481-6CD8389D2875}" destId="{8B5E99F5-9593-4880-8650-3610EA03F2A1}" srcOrd="0" destOrd="0" presId="urn:microsoft.com/office/officeart/2005/8/layout/list1"/>
    <dgm:cxn modelId="{A0B67394-5262-43B9-8255-317BF11261A9}" type="presParOf" srcId="{E098FCE0-3C68-4618-B481-6CD8389D2875}" destId="{05A4A584-040F-476F-9968-7CEE6AC07FD3}" srcOrd="1" destOrd="0" presId="urn:microsoft.com/office/officeart/2005/8/layout/list1"/>
    <dgm:cxn modelId="{28BA6519-7641-40DF-A37C-3518601E5008}" type="presParOf" srcId="{5D398CE9-66BF-4626-BCCE-598C5BC0CE32}" destId="{F61FFE42-3874-42C7-A897-E78FB5251DCA}" srcOrd="9" destOrd="0" presId="urn:microsoft.com/office/officeart/2005/8/layout/list1"/>
    <dgm:cxn modelId="{6A8EFD32-99F3-4116-A866-B01471553496}" type="presParOf" srcId="{5D398CE9-66BF-4626-BCCE-598C5BC0CE32}" destId="{12AC4E95-5CEB-41BB-9EEA-31929E230FAA}" srcOrd="10" destOrd="0" presId="urn:microsoft.com/office/officeart/2005/8/layout/list1"/>
    <dgm:cxn modelId="{3088F49B-6E51-4B9C-8966-148BBBEE743F}" type="presParOf" srcId="{5D398CE9-66BF-4626-BCCE-598C5BC0CE32}" destId="{7C71B7DA-EF82-46FE-BA9C-CDDD8888A897}" srcOrd="11" destOrd="0" presId="urn:microsoft.com/office/officeart/2005/8/layout/list1"/>
    <dgm:cxn modelId="{67DF68D5-B69F-4CE9-8E3D-3B8621C9E654}" type="presParOf" srcId="{5D398CE9-66BF-4626-BCCE-598C5BC0CE32}" destId="{37BF815B-0F20-4868-B8FA-E2E88FFDABF8}" srcOrd="12" destOrd="0" presId="urn:microsoft.com/office/officeart/2005/8/layout/list1"/>
    <dgm:cxn modelId="{A3A5C7A8-20FF-4B6D-A1AA-241A58DF38F3}" type="presParOf" srcId="{37BF815B-0F20-4868-B8FA-E2E88FFDABF8}" destId="{B323768F-9CA7-4064-B026-E028D76FB546}" srcOrd="0" destOrd="0" presId="urn:microsoft.com/office/officeart/2005/8/layout/list1"/>
    <dgm:cxn modelId="{AF41A8A2-2118-4064-8512-7876C9ACCAE7}" type="presParOf" srcId="{37BF815B-0F20-4868-B8FA-E2E88FFDABF8}" destId="{14AE87F1-E49C-4359-9157-313064BF42A4}" srcOrd="1" destOrd="0" presId="urn:microsoft.com/office/officeart/2005/8/layout/list1"/>
    <dgm:cxn modelId="{4AA60899-5827-4C08-82E2-AA43D0BF5295}" type="presParOf" srcId="{5D398CE9-66BF-4626-BCCE-598C5BC0CE32}" destId="{76CF3E00-56F1-42AA-955E-D7FBD3971A12}" srcOrd="13" destOrd="0" presId="urn:microsoft.com/office/officeart/2005/8/layout/list1"/>
    <dgm:cxn modelId="{CDB398FC-6545-4C47-8B0E-77355D469C58}" type="presParOf" srcId="{5D398CE9-66BF-4626-BCCE-598C5BC0CE32}" destId="{FA99FBF2-6A4E-49D1-AB7D-6F1EDE89C225}" srcOrd="14" destOrd="0" presId="urn:microsoft.com/office/officeart/2005/8/layout/list1"/>
    <dgm:cxn modelId="{1DE97A6F-BE54-45B9-B8BA-7B388765F578}" type="presParOf" srcId="{5D398CE9-66BF-4626-BCCE-598C5BC0CE32}" destId="{573FB2D9-43A5-4F44-96A2-83B9D609306A}" srcOrd="15" destOrd="0" presId="urn:microsoft.com/office/officeart/2005/8/layout/list1"/>
    <dgm:cxn modelId="{6C58FFDC-0D63-47E7-8140-F61D1D4BA02D}" type="presParOf" srcId="{5D398CE9-66BF-4626-BCCE-598C5BC0CE32}" destId="{70B2C97A-D387-4F10-976F-B5ACB98DA320}" srcOrd="16" destOrd="0" presId="urn:microsoft.com/office/officeart/2005/8/layout/list1"/>
    <dgm:cxn modelId="{F5B49AC4-1596-429E-A6F8-75453D559F19}" type="presParOf" srcId="{70B2C97A-D387-4F10-976F-B5ACB98DA320}" destId="{8075C91E-5F2E-4BD2-8E50-F53FF2938B4E}" srcOrd="0" destOrd="0" presId="urn:microsoft.com/office/officeart/2005/8/layout/list1"/>
    <dgm:cxn modelId="{83C536AA-D759-4160-9067-02EF8AC80D1E}" type="presParOf" srcId="{70B2C97A-D387-4F10-976F-B5ACB98DA320}" destId="{F33D6E4E-63E2-4FDB-9AC7-FB79F3A261B1}" srcOrd="1" destOrd="0" presId="urn:microsoft.com/office/officeart/2005/8/layout/list1"/>
    <dgm:cxn modelId="{A39F2444-25CD-4808-901E-5A51BA20862F}" type="presParOf" srcId="{5D398CE9-66BF-4626-BCCE-598C5BC0CE32}" destId="{411481E1-B6C4-4DC5-9172-3A91EA70B359}" srcOrd="17" destOrd="0" presId="urn:microsoft.com/office/officeart/2005/8/layout/list1"/>
    <dgm:cxn modelId="{2762C3BD-54C7-4E66-91AB-48BF00515C83}" type="presParOf" srcId="{5D398CE9-66BF-4626-BCCE-598C5BC0CE32}" destId="{CD293CBD-B99A-491B-AD59-A20EF3CF7BF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DF87CA4-6509-4D8D-90A0-E48CF7F234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FE3D5-F29F-40DF-A24C-7D19D12A70C8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Vision Backbone Evolution</a:t>
          </a:r>
        </a:p>
      </dgm:t>
    </dgm:pt>
    <dgm:pt modelId="{8A34B4BA-CE3C-4833-9A03-2749964E0E32}" type="parTrans" cxnId="{918FB367-F2DD-47B2-8DC3-DAFEDABFFBE5}">
      <dgm:prSet/>
      <dgm:spPr/>
      <dgm:t>
        <a:bodyPr/>
        <a:lstStyle/>
        <a:p>
          <a:endParaRPr lang="en-US" sz="2000"/>
        </a:p>
      </dgm:t>
    </dgm:pt>
    <dgm:pt modelId="{FB98A8EF-4CF7-4717-8AD8-4C97FA111019}" type="sibTrans" cxnId="{918FB367-F2DD-47B2-8DC3-DAFEDABFFBE5}">
      <dgm:prSet/>
      <dgm:spPr/>
      <dgm:t>
        <a:bodyPr/>
        <a:lstStyle/>
        <a:p>
          <a:endParaRPr lang="en-US" sz="2000"/>
        </a:p>
      </dgm:t>
    </dgm:pt>
    <dgm:pt modelId="{B0CBB064-1761-4D38-90AB-F034E3FACE18}">
      <dgm:prSet phldrT="[Κείμενο]" custT="1"/>
      <dgm:spPr/>
      <dgm:t>
        <a:bodyPr/>
        <a:lstStyle/>
        <a:p>
          <a:pPr>
            <a:buNone/>
          </a:pPr>
          <a:r>
            <a:rPr lang="en-US" sz="1400" dirty="0" err="1"/>
            <a:t>MambaVision</a:t>
          </a:r>
          <a:endParaRPr lang="en-US" sz="1400" dirty="0"/>
        </a:p>
      </dgm:t>
    </dgm:pt>
    <dgm:pt modelId="{E3689061-FAD6-4F70-9BC8-00ED9F291377}" type="parTrans" cxnId="{70634A35-1C2C-48C1-B5B7-B164D44612B0}">
      <dgm:prSet/>
      <dgm:spPr/>
      <dgm:t>
        <a:bodyPr/>
        <a:lstStyle/>
        <a:p>
          <a:endParaRPr lang="en-US" sz="2000"/>
        </a:p>
      </dgm:t>
    </dgm:pt>
    <dgm:pt modelId="{08C1C468-5D1D-4DD4-9D94-AE8EBEDA2A1F}" type="sibTrans" cxnId="{70634A35-1C2C-48C1-B5B7-B164D44612B0}">
      <dgm:prSet/>
      <dgm:spPr/>
      <dgm:t>
        <a:bodyPr/>
        <a:lstStyle/>
        <a:p>
          <a:endParaRPr lang="en-US" sz="2000"/>
        </a:p>
      </dgm:t>
    </dgm:pt>
    <dgm:pt modelId="{00387266-9D74-407C-BB6D-9D996F387B16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Key Innovations</a:t>
          </a:r>
        </a:p>
      </dgm:t>
    </dgm:pt>
    <dgm:pt modelId="{290A383A-34C8-42BA-B1EF-C3013511410C}" type="parTrans" cxnId="{0769C9A2-7E5F-47BC-B746-4D831EE11455}">
      <dgm:prSet/>
      <dgm:spPr/>
      <dgm:t>
        <a:bodyPr/>
        <a:lstStyle/>
        <a:p>
          <a:endParaRPr lang="en-US" sz="2000"/>
        </a:p>
      </dgm:t>
    </dgm:pt>
    <dgm:pt modelId="{0D8A809B-42C8-439B-A74B-64A0FAB094FF}" type="sibTrans" cxnId="{0769C9A2-7E5F-47BC-B746-4D831EE11455}">
      <dgm:prSet/>
      <dgm:spPr/>
      <dgm:t>
        <a:bodyPr/>
        <a:lstStyle/>
        <a:p>
          <a:endParaRPr lang="en-US" sz="2000"/>
        </a:p>
      </dgm:t>
    </dgm:pt>
    <dgm:pt modelId="{4BC1A83E-F28E-4108-A5B7-60769522F33C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Broader Impact</a:t>
          </a:r>
        </a:p>
      </dgm:t>
    </dgm:pt>
    <dgm:pt modelId="{A425ED90-E603-45EA-8262-16906AB8D624}" type="parTrans" cxnId="{5DC3EDA1-B4A4-49E6-B052-0AC7CEBF58C3}">
      <dgm:prSet/>
      <dgm:spPr/>
      <dgm:t>
        <a:bodyPr/>
        <a:lstStyle/>
        <a:p>
          <a:endParaRPr lang="en-US" sz="2000"/>
        </a:p>
      </dgm:t>
    </dgm:pt>
    <dgm:pt modelId="{6BA59D31-0263-4126-8F1C-07BE900C894A}" type="sibTrans" cxnId="{5DC3EDA1-B4A4-49E6-B052-0AC7CEBF58C3}">
      <dgm:prSet/>
      <dgm:spPr/>
      <dgm:t>
        <a:bodyPr/>
        <a:lstStyle/>
        <a:p>
          <a:endParaRPr lang="en-US" sz="2000"/>
        </a:p>
      </dgm:t>
    </dgm:pt>
    <dgm:pt modelId="{EAE3B834-6ED8-4298-B193-6BA8E0FA11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CNNs: Efficient, local (translation invariance)</a:t>
          </a:r>
        </a:p>
      </dgm:t>
    </dgm:pt>
    <dgm:pt modelId="{8AEDBD18-89D1-4855-9B66-AE763ADBB3CB}" type="parTrans" cxnId="{199551D0-7D8C-4965-93CE-5CA816EFD794}">
      <dgm:prSet/>
      <dgm:spPr/>
      <dgm:t>
        <a:bodyPr/>
        <a:lstStyle/>
        <a:p>
          <a:endParaRPr lang="en-US" sz="2000"/>
        </a:p>
      </dgm:t>
    </dgm:pt>
    <dgm:pt modelId="{D658C940-17F0-41AA-9BE2-6DD484C3BB7D}" type="sibTrans" cxnId="{199551D0-7D8C-4965-93CE-5CA816EFD794}">
      <dgm:prSet/>
      <dgm:spPr/>
      <dgm:t>
        <a:bodyPr/>
        <a:lstStyle/>
        <a:p>
          <a:endParaRPr lang="en-US" sz="2000"/>
        </a:p>
      </dgm:t>
    </dgm:pt>
    <dgm:pt modelId="{736205C4-753F-4F21-A96C-8465BBD083FC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 err="1"/>
            <a:t>ViTs</a:t>
          </a:r>
          <a:r>
            <a:rPr lang="en-US" sz="1400" dirty="0"/>
            <a:t>: Global context via self-attention, but quadratic cost</a:t>
          </a:r>
        </a:p>
      </dgm:t>
    </dgm:pt>
    <dgm:pt modelId="{4024C366-E8D3-4C86-95A5-F9D5BD4B4C0B}" type="parTrans" cxnId="{4A25076F-2B0A-47AB-AEC0-5FEFA3ED6C8D}">
      <dgm:prSet/>
      <dgm:spPr/>
      <dgm:t>
        <a:bodyPr/>
        <a:lstStyle/>
        <a:p>
          <a:endParaRPr lang="en-US" sz="2000"/>
        </a:p>
      </dgm:t>
    </dgm:pt>
    <dgm:pt modelId="{4F53925F-1806-482E-9A7C-22B5C8C097D4}" type="sibTrans" cxnId="{4A25076F-2B0A-47AB-AEC0-5FEFA3ED6C8D}">
      <dgm:prSet/>
      <dgm:spPr/>
      <dgm:t>
        <a:bodyPr/>
        <a:lstStyle/>
        <a:p>
          <a:endParaRPr lang="en-US" sz="2000"/>
        </a:p>
      </dgm:t>
    </dgm:pt>
    <dgm:pt modelId="{81E8619A-C292-47AA-AEDA-762B1F8FB82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SSMs (Mamba): Linear-time modeling, strong in language, challenging for 2D non-causal images</a:t>
          </a:r>
        </a:p>
      </dgm:t>
    </dgm:pt>
    <dgm:pt modelId="{638ACE34-B99E-4177-AE05-B4AB092557C7}" type="parTrans" cxnId="{D105CE9D-C7A0-4C14-936B-32201B891183}">
      <dgm:prSet/>
      <dgm:spPr/>
      <dgm:t>
        <a:bodyPr/>
        <a:lstStyle/>
        <a:p>
          <a:endParaRPr lang="en-US" sz="2000"/>
        </a:p>
      </dgm:t>
    </dgm:pt>
    <dgm:pt modelId="{58C8E11C-4F7E-43F2-AB91-1586A29DAB07}" type="sibTrans" cxnId="{D105CE9D-C7A0-4C14-936B-32201B891183}">
      <dgm:prSet/>
      <dgm:spPr/>
      <dgm:t>
        <a:bodyPr/>
        <a:lstStyle/>
        <a:p>
          <a:endParaRPr lang="en-US" sz="2000"/>
        </a:p>
      </dgm:t>
    </dgm:pt>
    <dgm:pt modelId="{513583D3-ABAF-4282-BB3A-495D693DDA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Novel hybrid architecture: CNN + SSM (Mamba) + Transformer</a:t>
          </a:r>
        </a:p>
      </dgm:t>
    </dgm:pt>
    <dgm:pt modelId="{194E40EB-4449-465E-9EC2-DA8A3C6F550F}" type="parTrans" cxnId="{F0F3E648-6413-4811-A120-5EF2E51F7723}">
      <dgm:prSet/>
      <dgm:spPr/>
      <dgm:t>
        <a:bodyPr/>
        <a:lstStyle/>
        <a:p>
          <a:endParaRPr lang="en-US" sz="2000"/>
        </a:p>
      </dgm:t>
    </dgm:pt>
    <dgm:pt modelId="{E24AAEB2-7618-401D-944B-8D59BE200122}" type="sibTrans" cxnId="{F0F3E648-6413-4811-A120-5EF2E51F7723}">
      <dgm:prSet/>
      <dgm:spPr/>
      <dgm:t>
        <a:bodyPr/>
        <a:lstStyle/>
        <a:p>
          <a:endParaRPr lang="en-US" sz="2000"/>
        </a:p>
      </dgm:t>
    </dgm:pt>
    <dgm:pt modelId="{550D178B-9D07-4C52-B37E-35ACFE2971D2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/>
            <a:t>Redesigned "vision-friendly" Mamba block: Removes causality, adds symmetric branches</a:t>
          </a:r>
          <a:endParaRPr lang="en-US" sz="1400" dirty="0"/>
        </a:p>
      </dgm:t>
    </dgm:pt>
    <dgm:pt modelId="{C9BBB184-81F8-4CCE-8B98-C9B8DA74DA0B}" type="parTrans" cxnId="{F552A6EC-AA2A-4543-A6F1-52BF9F297948}">
      <dgm:prSet/>
      <dgm:spPr/>
      <dgm:t>
        <a:bodyPr/>
        <a:lstStyle/>
        <a:p>
          <a:endParaRPr lang="en-US" sz="2000"/>
        </a:p>
      </dgm:t>
    </dgm:pt>
    <dgm:pt modelId="{3C20E3EC-E583-465D-9C9A-74F551EE1D59}" type="sibTrans" cxnId="{F552A6EC-AA2A-4543-A6F1-52BF9F297948}">
      <dgm:prSet/>
      <dgm:spPr/>
      <dgm:t>
        <a:bodyPr/>
        <a:lstStyle/>
        <a:p>
          <a:endParaRPr lang="en-US" sz="2000"/>
        </a:p>
      </dgm:t>
    </dgm:pt>
    <dgm:pt modelId="{196E8C57-4853-4CEC-9E3A-38CE7F24A53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/>
            <a:t>Self-attention integrated only in final stages → balances efficiency &amp; global modeling</a:t>
          </a:r>
          <a:endParaRPr lang="en-US" sz="1400" dirty="0"/>
        </a:p>
      </dgm:t>
    </dgm:pt>
    <dgm:pt modelId="{338BA5DB-AC4D-4D69-91DF-0FCF48C0EDC7}" type="parTrans" cxnId="{46D989FD-1E92-439B-AB2E-ABE476C5430B}">
      <dgm:prSet/>
      <dgm:spPr/>
      <dgm:t>
        <a:bodyPr/>
        <a:lstStyle/>
        <a:p>
          <a:endParaRPr lang="en-US" sz="2000"/>
        </a:p>
      </dgm:t>
    </dgm:pt>
    <dgm:pt modelId="{7846FA47-CE7E-4165-8B84-4484DC00D9D2}" type="sibTrans" cxnId="{46D989FD-1E92-439B-AB2E-ABE476C5430B}">
      <dgm:prSet/>
      <dgm:spPr/>
      <dgm:t>
        <a:bodyPr/>
        <a:lstStyle/>
        <a:p>
          <a:endParaRPr lang="en-US" sz="2000"/>
        </a:p>
      </dgm:t>
    </dgm:pt>
    <dgm:pt modelId="{E5EA5C38-5C7C-4511-8197-95F53D80F235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Strong results in downstream tasks: object detection, semantic segmentation</a:t>
          </a:r>
        </a:p>
      </dgm:t>
    </dgm:pt>
    <dgm:pt modelId="{D0A78447-B2EF-4040-A6F1-7B38BFE8D07E}" type="parTrans" cxnId="{04E70889-E580-4D3A-A0EB-9B360575962B}">
      <dgm:prSet/>
      <dgm:spPr/>
      <dgm:t>
        <a:bodyPr/>
        <a:lstStyle/>
        <a:p>
          <a:endParaRPr lang="en-US" sz="2000"/>
        </a:p>
      </dgm:t>
    </dgm:pt>
    <dgm:pt modelId="{29294411-DF80-415E-9F49-EDCC9D59C40B}" type="sibTrans" cxnId="{04E70889-E580-4D3A-A0EB-9B360575962B}">
      <dgm:prSet/>
      <dgm:spPr/>
      <dgm:t>
        <a:bodyPr/>
        <a:lstStyle/>
        <a:p>
          <a:endParaRPr lang="en-US" sz="2000"/>
        </a:p>
      </dgm:t>
    </dgm:pt>
    <dgm:pt modelId="{1F911FC8-037E-4720-B6ED-302FB86BE7CA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Scalable for foundation model pre-training</a:t>
          </a:r>
        </a:p>
      </dgm:t>
    </dgm:pt>
    <dgm:pt modelId="{E67994C5-51BD-49BE-9076-0B41827438B1}" type="parTrans" cxnId="{05D00181-59EC-4B7E-81BB-4ECDE9186642}">
      <dgm:prSet/>
      <dgm:spPr/>
      <dgm:t>
        <a:bodyPr/>
        <a:lstStyle/>
        <a:p>
          <a:endParaRPr lang="en-US" sz="2000"/>
        </a:p>
      </dgm:t>
    </dgm:pt>
    <dgm:pt modelId="{6EE3D6E9-87B9-439C-8225-EC7AD370C1A3}" type="sibTrans" cxnId="{05D00181-59EC-4B7E-81BB-4ECDE9186642}">
      <dgm:prSet/>
      <dgm:spPr/>
      <dgm:t>
        <a:bodyPr/>
        <a:lstStyle/>
        <a:p>
          <a:endParaRPr lang="en-US" sz="2000"/>
        </a:p>
      </dgm:t>
    </dgm:pt>
    <dgm:pt modelId="{93FB3F31-B85E-44C4-A5EC-673FF2F1FB1D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Blueprint for next-gen efficient, high-performance vision backbones</a:t>
          </a:r>
        </a:p>
      </dgm:t>
    </dgm:pt>
    <dgm:pt modelId="{351A63B3-EB05-4534-9056-62DC5C600543}" type="parTrans" cxnId="{12E4E3CF-52FB-4BD0-A198-9CFF60BBBFDE}">
      <dgm:prSet/>
      <dgm:spPr/>
      <dgm:t>
        <a:bodyPr/>
        <a:lstStyle/>
        <a:p>
          <a:endParaRPr lang="en-US" sz="2000"/>
        </a:p>
      </dgm:t>
    </dgm:pt>
    <dgm:pt modelId="{A62E8538-1670-4091-8FE7-63355A0670E8}" type="sibTrans" cxnId="{12E4E3CF-52FB-4BD0-A198-9CFF60BBBFDE}">
      <dgm:prSet/>
      <dgm:spPr/>
      <dgm:t>
        <a:bodyPr/>
        <a:lstStyle/>
        <a:p>
          <a:endParaRPr lang="en-US" sz="2000"/>
        </a:p>
      </dgm:t>
    </dgm:pt>
    <dgm:pt modelId="{012056AD-7EAA-4C29-B6ED-F29DB39B60C9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Performance Breakthrough</a:t>
          </a:r>
        </a:p>
      </dgm:t>
    </dgm:pt>
    <dgm:pt modelId="{4A70877F-5367-4B81-A6C7-3D0F009C6DFD}" type="sibTrans" cxnId="{D4E8A1B7-80BE-47BE-8184-33A9C4EE5972}">
      <dgm:prSet/>
      <dgm:spPr/>
      <dgm:t>
        <a:bodyPr/>
        <a:lstStyle/>
        <a:p>
          <a:endParaRPr lang="en-US" sz="2000"/>
        </a:p>
      </dgm:t>
    </dgm:pt>
    <dgm:pt modelId="{2A46387A-9ABB-4872-8A1A-3AA988D82579}" type="parTrans" cxnId="{D4E8A1B7-80BE-47BE-8184-33A9C4EE5972}">
      <dgm:prSet/>
      <dgm:spPr/>
      <dgm:t>
        <a:bodyPr/>
        <a:lstStyle/>
        <a:p>
          <a:endParaRPr lang="en-US" sz="2000"/>
        </a:p>
      </dgm:t>
    </dgm:pt>
    <dgm:pt modelId="{66302889-113B-4424-B011-ABC4AFC8AC17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Achieves new state-of-the-art Pareto front on ImageNet-1K</a:t>
          </a:r>
        </a:p>
      </dgm:t>
    </dgm:pt>
    <dgm:pt modelId="{FFDED454-B00B-4C9E-A801-F6D4B28A5615}" type="sibTrans" cxnId="{28453E53-7D7E-4068-BEF9-47FC345A4F21}">
      <dgm:prSet/>
      <dgm:spPr/>
      <dgm:t>
        <a:bodyPr/>
        <a:lstStyle/>
        <a:p>
          <a:endParaRPr lang="en-US" sz="2000"/>
        </a:p>
      </dgm:t>
    </dgm:pt>
    <dgm:pt modelId="{22BC71BC-B782-4E13-B029-D9F3C8A833A6}" type="parTrans" cxnId="{28453E53-7D7E-4068-BEF9-47FC345A4F21}">
      <dgm:prSet/>
      <dgm:spPr/>
      <dgm:t>
        <a:bodyPr/>
        <a:lstStyle/>
        <a:p>
          <a:endParaRPr lang="en-US" sz="2000"/>
        </a:p>
      </dgm:t>
    </dgm:pt>
    <dgm:pt modelId="{CA78FF51-6581-4F1C-BDB4-4608A266EC54}">
      <dgm:prSet phldrT="[Κείμενο]" custT="1"/>
      <dgm:spPr>
        <a:noFill/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Superior Top-1 accuracy and image throughput tradeoff</a:t>
          </a:r>
        </a:p>
      </dgm:t>
    </dgm:pt>
    <dgm:pt modelId="{AD957BE8-9384-4818-B029-C043BA858B97}" type="sibTrans" cxnId="{3F0310E0-B29B-4779-9570-C41DC521AC22}">
      <dgm:prSet/>
      <dgm:spPr/>
      <dgm:t>
        <a:bodyPr/>
        <a:lstStyle/>
        <a:p>
          <a:endParaRPr lang="en-US" sz="2000"/>
        </a:p>
      </dgm:t>
    </dgm:pt>
    <dgm:pt modelId="{1C9590B4-8F54-49DD-852F-9210084ED803}" type="parTrans" cxnId="{3F0310E0-B29B-4779-9570-C41DC521AC22}">
      <dgm:prSet/>
      <dgm:spPr/>
      <dgm:t>
        <a:bodyPr/>
        <a:lstStyle/>
        <a:p>
          <a:endParaRPr lang="en-US" sz="2000"/>
        </a:p>
      </dgm:t>
    </dgm:pt>
    <dgm:pt modelId="{5D398CE9-66BF-4626-BCCE-598C5BC0CE32}" type="pres">
      <dgm:prSet presAssocID="{FDF87CA4-6509-4D8D-90A0-E48CF7F2345D}" presName="linear" presStyleCnt="0">
        <dgm:presLayoutVars>
          <dgm:dir/>
          <dgm:animLvl val="lvl"/>
          <dgm:resizeHandles val="exact"/>
        </dgm:presLayoutVars>
      </dgm:prSet>
      <dgm:spPr/>
    </dgm:pt>
    <dgm:pt modelId="{0179176E-B94E-476C-9322-6762FB9CB3D5}" type="pres">
      <dgm:prSet presAssocID="{E27FE3D5-F29F-40DF-A24C-7D19D12A70C8}" presName="parentLin" presStyleCnt="0"/>
      <dgm:spPr/>
    </dgm:pt>
    <dgm:pt modelId="{19995A84-5C3E-47A4-B2DE-076969BB7022}" type="pres">
      <dgm:prSet presAssocID="{E27FE3D5-F29F-40DF-A24C-7D19D12A70C8}" presName="parentLeftMargin" presStyleLbl="node1" presStyleIdx="0" presStyleCnt="5"/>
      <dgm:spPr/>
    </dgm:pt>
    <dgm:pt modelId="{0F71CEF4-CF33-4099-BCF3-F538CB34115A}" type="pres">
      <dgm:prSet presAssocID="{E27FE3D5-F29F-40DF-A24C-7D19D12A70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22033D-AC78-4F15-BB32-22EFD654E064}" type="pres">
      <dgm:prSet presAssocID="{E27FE3D5-F29F-40DF-A24C-7D19D12A70C8}" presName="negativeSpace" presStyleCnt="0"/>
      <dgm:spPr/>
    </dgm:pt>
    <dgm:pt modelId="{3BA2E78A-E193-4B61-A0C8-6E9BD0DA4594}" type="pres">
      <dgm:prSet presAssocID="{E27FE3D5-F29F-40DF-A24C-7D19D12A70C8}" presName="childText" presStyleLbl="conFgAcc1" presStyleIdx="0" presStyleCnt="5">
        <dgm:presLayoutVars>
          <dgm:bulletEnabled val="1"/>
        </dgm:presLayoutVars>
      </dgm:prSet>
      <dgm:spPr/>
    </dgm:pt>
    <dgm:pt modelId="{1BD4CE54-B3AB-4008-87F8-304EC0394636}" type="pres">
      <dgm:prSet presAssocID="{FB98A8EF-4CF7-4717-8AD8-4C97FA111019}" presName="spaceBetweenRectangles" presStyleCnt="0"/>
      <dgm:spPr/>
    </dgm:pt>
    <dgm:pt modelId="{569DF79C-AAF1-4E05-BE3B-EFBB0DDE3815}" type="pres">
      <dgm:prSet presAssocID="{B0CBB064-1761-4D38-90AB-F034E3FACE18}" presName="parentLin" presStyleCnt="0"/>
      <dgm:spPr/>
    </dgm:pt>
    <dgm:pt modelId="{23003385-164E-4F22-8FCE-9E17F13E5C1C}" type="pres">
      <dgm:prSet presAssocID="{B0CBB064-1761-4D38-90AB-F034E3FACE18}" presName="parentLeftMargin" presStyleLbl="node1" presStyleIdx="0" presStyleCnt="5"/>
      <dgm:spPr/>
    </dgm:pt>
    <dgm:pt modelId="{EBF48EF5-87AB-4E90-8D25-8C3DB97A1656}" type="pres">
      <dgm:prSet presAssocID="{B0CBB064-1761-4D38-90AB-F034E3FACE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C217DA-F326-4994-8466-CAB7F3BBA213}" type="pres">
      <dgm:prSet presAssocID="{B0CBB064-1761-4D38-90AB-F034E3FACE18}" presName="negativeSpace" presStyleCnt="0"/>
      <dgm:spPr/>
    </dgm:pt>
    <dgm:pt modelId="{C9ABF7FA-B382-4E36-AD27-3C81318B5BE4}" type="pres">
      <dgm:prSet presAssocID="{B0CBB064-1761-4D38-90AB-F034E3FACE18}" presName="childText" presStyleLbl="conFgAcc1" presStyleIdx="1" presStyleCnt="5">
        <dgm:presLayoutVars>
          <dgm:bulletEnabled val="1"/>
        </dgm:presLayoutVars>
      </dgm:prSet>
      <dgm:spPr/>
    </dgm:pt>
    <dgm:pt modelId="{DCA4BEC7-3910-460E-B175-B21920A599A2}" type="pres">
      <dgm:prSet presAssocID="{08C1C468-5D1D-4DD4-9D94-AE8EBEDA2A1F}" presName="spaceBetweenRectangles" presStyleCnt="0"/>
      <dgm:spPr/>
    </dgm:pt>
    <dgm:pt modelId="{E098FCE0-3C68-4618-B481-6CD8389D2875}" type="pres">
      <dgm:prSet presAssocID="{00387266-9D74-407C-BB6D-9D996F387B16}" presName="parentLin" presStyleCnt="0"/>
      <dgm:spPr/>
    </dgm:pt>
    <dgm:pt modelId="{8B5E99F5-9593-4880-8650-3610EA03F2A1}" type="pres">
      <dgm:prSet presAssocID="{00387266-9D74-407C-BB6D-9D996F387B16}" presName="parentLeftMargin" presStyleLbl="node1" presStyleIdx="1" presStyleCnt="5"/>
      <dgm:spPr/>
    </dgm:pt>
    <dgm:pt modelId="{05A4A584-040F-476F-9968-7CEE6AC07FD3}" type="pres">
      <dgm:prSet presAssocID="{00387266-9D74-407C-BB6D-9D996F387B1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1FFE42-3874-42C7-A897-E78FB5251DCA}" type="pres">
      <dgm:prSet presAssocID="{00387266-9D74-407C-BB6D-9D996F387B16}" presName="negativeSpace" presStyleCnt="0"/>
      <dgm:spPr/>
    </dgm:pt>
    <dgm:pt modelId="{12AC4E95-5CEB-41BB-9EEA-31929E230FAA}" type="pres">
      <dgm:prSet presAssocID="{00387266-9D74-407C-BB6D-9D996F387B16}" presName="childText" presStyleLbl="conFgAcc1" presStyleIdx="2" presStyleCnt="5">
        <dgm:presLayoutVars>
          <dgm:bulletEnabled val="1"/>
        </dgm:presLayoutVars>
      </dgm:prSet>
      <dgm:spPr/>
    </dgm:pt>
    <dgm:pt modelId="{7C71B7DA-EF82-46FE-BA9C-CDDD8888A897}" type="pres">
      <dgm:prSet presAssocID="{0D8A809B-42C8-439B-A74B-64A0FAB094FF}" presName="spaceBetweenRectangles" presStyleCnt="0"/>
      <dgm:spPr/>
    </dgm:pt>
    <dgm:pt modelId="{37BF815B-0F20-4868-B8FA-E2E88FFDABF8}" type="pres">
      <dgm:prSet presAssocID="{012056AD-7EAA-4C29-B6ED-F29DB39B60C9}" presName="parentLin" presStyleCnt="0"/>
      <dgm:spPr/>
    </dgm:pt>
    <dgm:pt modelId="{B323768F-9CA7-4064-B026-E028D76FB546}" type="pres">
      <dgm:prSet presAssocID="{012056AD-7EAA-4C29-B6ED-F29DB39B60C9}" presName="parentLeftMargin" presStyleLbl="node1" presStyleIdx="2" presStyleCnt="5"/>
      <dgm:spPr/>
    </dgm:pt>
    <dgm:pt modelId="{14AE87F1-E49C-4359-9157-313064BF42A4}" type="pres">
      <dgm:prSet presAssocID="{012056AD-7EAA-4C29-B6ED-F29DB39B60C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6CF3E00-56F1-42AA-955E-D7FBD3971A12}" type="pres">
      <dgm:prSet presAssocID="{012056AD-7EAA-4C29-B6ED-F29DB39B60C9}" presName="negativeSpace" presStyleCnt="0"/>
      <dgm:spPr/>
    </dgm:pt>
    <dgm:pt modelId="{FA99FBF2-6A4E-49D1-AB7D-6F1EDE89C225}" type="pres">
      <dgm:prSet presAssocID="{012056AD-7EAA-4C29-B6ED-F29DB39B60C9}" presName="childText" presStyleLbl="conFgAcc1" presStyleIdx="3" presStyleCnt="5">
        <dgm:presLayoutVars>
          <dgm:bulletEnabled val="1"/>
        </dgm:presLayoutVars>
      </dgm:prSet>
      <dgm:spPr/>
    </dgm:pt>
    <dgm:pt modelId="{573FB2D9-43A5-4F44-96A2-83B9D609306A}" type="pres">
      <dgm:prSet presAssocID="{4A70877F-5367-4B81-A6C7-3D0F009C6DFD}" presName="spaceBetweenRectangles" presStyleCnt="0"/>
      <dgm:spPr/>
    </dgm:pt>
    <dgm:pt modelId="{70B2C97A-D387-4F10-976F-B5ACB98DA320}" type="pres">
      <dgm:prSet presAssocID="{4BC1A83E-F28E-4108-A5B7-60769522F33C}" presName="parentLin" presStyleCnt="0"/>
      <dgm:spPr/>
    </dgm:pt>
    <dgm:pt modelId="{8075C91E-5F2E-4BD2-8E50-F53FF2938B4E}" type="pres">
      <dgm:prSet presAssocID="{4BC1A83E-F28E-4108-A5B7-60769522F33C}" presName="parentLeftMargin" presStyleLbl="node1" presStyleIdx="3" presStyleCnt="5"/>
      <dgm:spPr/>
    </dgm:pt>
    <dgm:pt modelId="{F33D6E4E-63E2-4FDB-9AC7-FB79F3A261B1}" type="pres">
      <dgm:prSet presAssocID="{4BC1A83E-F28E-4108-A5B7-60769522F33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1481E1-B6C4-4DC5-9172-3A91EA70B359}" type="pres">
      <dgm:prSet presAssocID="{4BC1A83E-F28E-4108-A5B7-60769522F33C}" presName="negativeSpace" presStyleCnt="0"/>
      <dgm:spPr/>
    </dgm:pt>
    <dgm:pt modelId="{CD293CBD-B99A-491B-AD59-A20EF3CF7BFB}" type="pres">
      <dgm:prSet presAssocID="{4BC1A83E-F28E-4108-A5B7-60769522F33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A268411-6E98-49B3-B5CE-3CB0E42AE826}" type="presOf" srcId="{CA78FF51-6581-4F1C-BDB4-4608A266EC54}" destId="{FA99FBF2-6A4E-49D1-AB7D-6F1EDE89C225}" srcOrd="0" destOrd="1" presId="urn:microsoft.com/office/officeart/2005/8/layout/list1"/>
    <dgm:cxn modelId="{63A79A2C-2537-4748-B95D-CAEDE2DF3B52}" type="presOf" srcId="{736205C4-753F-4F21-A96C-8465BBD083FC}" destId="{3BA2E78A-E193-4B61-A0C8-6E9BD0DA4594}" srcOrd="0" destOrd="1" presId="urn:microsoft.com/office/officeart/2005/8/layout/list1"/>
    <dgm:cxn modelId="{70634A35-1C2C-48C1-B5B7-B164D44612B0}" srcId="{FDF87CA4-6509-4D8D-90A0-E48CF7F2345D}" destId="{B0CBB064-1761-4D38-90AB-F034E3FACE18}" srcOrd="1" destOrd="0" parTransId="{E3689061-FAD6-4F70-9BC8-00ED9F291377}" sibTransId="{08C1C468-5D1D-4DD4-9D94-AE8EBEDA2A1F}"/>
    <dgm:cxn modelId="{4296495C-3E95-4FEF-9E9D-51B98F6F4592}" type="presOf" srcId="{81E8619A-C292-47AA-AEDA-762B1F8FB826}" destId="{3BA2E78A-E193-4B61-A0C8-6E9BD0DA4594}" srcOrd="0" destOrd="2" presId="urn:microsoft.com/office/officeart/2005/8/layout/list1"/>
    <dgm:cxn modelId="{70E8C45E-F999-407D-921B-737D3861B08C}" type="presOf" srcId="{550D178B-9D07-4C52-B37E-35ACFE2971D2}" destId="{12AC4E95-5CEB-41BB-9EEA-31929E230FAA}" srcOrd="0" destOrd="0" presId="urn:microsoft.com/office/officeart/2005/8/layout/list1"/>
    <dgm:cxn modelId="{8E63515F-3B08-42ED-848E-83DAC6616E13}" type="presOf" srcId="{1F911FC8-037E-4720-B6ED-302FB86BE7CA}" destId="{CD293CBD-B99A-491B-AD59-A20EF3CF7BFB}" srcOrd="0" destOrd="1" presId="urn:microsoft.com/office/officeart/2005/8/layout/list1"/>
    <dgm:cxn modelId="{E5A3C762-D47F-4A71-9B37-88332BADE61E}" type="presOf" srcId="{4BC1A83E-F28E-4108-A5B7-60769522F33C}" destId="{8075C91E-5F2E-4BD2-8E50-F53FF2938B4E}" srcOrd="0" destOrd="0" presId="urn:microsoft.com/office/officeart/2005/8/layout/list1"/>
    <dgm:cxn modelId="{918FB367-F2DD-47B2-8DC3-DAFEDABFFBE5}" srcId="{FDF87CA4-6509-4D8D-90A0-E48CF7F2345D}" destId="{E27FE3D5-F29F-40DF-A24C-7D19D12A70C8}" srcOrd="0" destOrd="0" parTransId="{8A34B4BA-CE3C-4833-9A03-2749964E0E32}" sibTransId="{FB98A8EF-4CF7-4717-8AD8-4C97FA111019}"/>
    <dgm:cxn modelId="{F0F3E648-6413-4811-A120-5EF2E51F7723}" srcId="{B0CBB064-1761-4D38-90AB-F034E3FACE18}" destId="{513583D3-ABAF-4282-BB3A-495D693DDA64}" srcOrd="0" destOrd="0" parTransId="{194E40EB-4449-465E-9EC2-DA8A3C6F550F}" sibTransId="{E24AAEB2-7618-401D-944B-8D59BE200122}"/>
    <dgm:cxn modelId="{96C65B69-E8F6-44B7-A267-F0259BF82B88}" type="presOf" srcId="{E27FE3D5-F29F-40DF-A24C-7D19D12A70C8}" destId="{0F71CEF4-CF33-4099-BCF3-F538CB34115A}" srcOrd="1" destOrd="0" presId="urn:microsoft.com/office/officeart/2005/8/layout/list1"/>
    <dgm:cxn modelId="{4A25076F-2B0A-47AB-AEC0-5FEFA3ED6C8D}" srcId="{E27FE3D5-F29F-40DF-A24C-7D19D12A70C8}" destId="{736205C4-753F-4F21-A96C-8465BBD083FC}" srcOrd="1" destOrd="0" parTransId="{4024C366-E8D3-4C86-95A5-F9D5BD4B4C0B}" sibTransId="{4F53925F-1806-482E-9A7C-22B5C8C097D4}"/>
    <dgm:cxn modelId="{28453E53-7D7E-4068-BEF9-47FC345A4F21}" srcId="{012056AD-7EAA-4C29-B6ED-F29DB39B60C9}" destId="{66302889-113B-4424-B011-ABC4AFC8AC17}" srcOrd="0" destOrd="0" parTransId="{22BC71BC-B782-4E13-B029-D9F3C8A833A6}" sibTransId="{FFDED454-B00B-4C9E-A801-F6D4B28A5615}"/>
    <dgm:cxn modelId="{05D00181-59EC-4B7E-81BB-4ECDE9186642}" srcId="{4BC1A83E-F28E-4108-A5B7-60769522F33C}" destId="{1F911FC8-037E-4720-B6ED-302FB86BE7CA}" srcOrd="1" destOrd="0" parTransId="{E67994C5-51BD-49BE-9076-0B41827438B1}" sibTransId="{6EE3D6E9-87B9-439C-8225-EC7AD370C1A3}"/>
    <dgm:cxn modelId="{5B67D182-4550-41ED-B1D7-7EB7D2457BCF}" type="presOf" srcId="{012056AD-7EAA-4C29-B6ED-F29DB39B60C9}" destId="{14AE87F1-E49C-4359-9157-313064BF42A4}" srcOrd="1" destOrd="0" presId="urn:microsoft.com/office/officeart/2005/8/layout/list1"/>
    <dgm:cxn modelId="{04E70889-E580-4D3A-A0EB-9B360575962B}" srcId="{4BC1A83E-F28E-4108-A5B7-60769522F33C}" destId="{E5EA5C38-5C7C-4511-8197-95F53D80F235}" srcOrd="0" destOrd="0" parTransId="{D0A78447-B2EF-4040-A6F1-7B38BFE8D07E}" sibTransId="{29294411-DF80-415E-9F49-EDCC9D59C40B}"/>
    <dgm:cxn modelId="{316FFD89-F9D4-4DA5-9BF9-373B3E7B11BC}" type="presOf" srcId="{EAE3B834-6ED8-4298-B193-6BA8E0FA1164}" destId="{3BA2E78A-E193-4B61-A0C8-6E9BD0DA4594}" srcOrd="0" destOrd="0" presId="urn:microsoft.com/office/officeart/2005/8/layout/list1"/>
    <dgm:cxn modelId="{D105CE9D-C7A0-4C14-936B-32201B891183}" srcId="{E27FE3D5-F29F-40DF-A24C-7D19D12A70C8}" destId="{81E8619A-C292-47AA-AEDA-762B1F8FB826}" srcOrd="2" destOrd="0" parTransId="{638ACE34-B99E-4177-AE05-B4AB092557C7}" sibTransId="{58C8E11C-4F7E-43F2-AB91-1586A29DAB07}"/>
    <dgm:cxn modelId="{5DC3EDA1-B4A4-49E6-B052-0AC7CEBF58C3}" srcId="{FDF87CA4-6509-4D8D-90A0-E48CF7F2345D}" destId="{4BC1A83E-F28E-4108-A5B7-60769522F33C}" srcOrd="4" destOrd="0" parTransId="{A425ED90-E603-45EA-8262-16906AB8D624}" sibTransId="{6BA59D31-0263-4126-8F1C-07BE900C894A}"/>
    <dgm:cxn modelId="{0769C9A2-7E5F-47BC-B746-4D831EE11455}" srcId="{FDF87CA4-6509-4D8D-90A0-E48CF7F2345D}" destId="{00387266-9D74-407C-BB6D-9D996F387B16}" srcOrd="2" destOrd="0" parTransId="{290A383A-34C8-42BA-B1EF-C3013511410C}" sibTransId="{0D8A809B-42C8-439B-A74B-64A0FAB094FF}"/>
    <dgm:cxn modelId="{1D0F23A4-B22F-4AF5-99CA-9E79393443AF}" type="presOf" srcId="{B0CBB064-1761-4D38-90AB-F034E3FACE18}" destId="{EBF48EF5-87AB-4E90-8D25-8C3DB97A1656}" srcOrd="1" destOrd="0" presId="urn:microsoft.com/office/officeart/2005/8/layout/list1"/>
    <dgm:cxn modelId="{67685FAF-73D9-4B47-BAE8-EE3E13DF7722}" type="presOf" srcId="{E27FE3D5-F29F-40DF-A24C-7D19D12A70C8}" destId="{19995A84-5C3E-47A4-B2DE-076969BB7022}" srcOrd="0" destOrd="0" presId="urn:microsoft.com/office/officeart/2005/8/layout/list1"/>
    <dgm:cxn modelId="{D70F41B2-1846-4575-86A5-1CD11263F9D5}" type="presOf" srcId="{66302889-113B-4424-B011-ABC4AFC8AC17}" destId="{FA99FBF2-6A4E-49D1-AB7D-6F1EDE89C225}" srcOrd="0" destOrd="0" presId="urn:microsoft.com/office/officeart/2005/8/layout/list1"/>
    <dgm:cxn modelId="{D4E8A1B7-80BE-47BE-8184-33A9C4EE5972}" srcId="{FDF87CA4-6509-4D8D-90A0-E48CF7F2345D}" destId="{012056AD-7EAA-4C29-B6ED-F29DB39B60C9}" srcOrd="3" destOrd="0" parTransId="{2A46387A-9ABB-4872-8A1A-3AA988D82579}" sibTransId="{4A70877F-5367-4B81-A6C7-3D0F009C6DFD}"/>
    <dgm:cxn modelId="{A17FF5B9-2989-47E8-B0A6-086C7E3AF98B}" type="presOf" srcId="{012056AD-7EAA-4C29-B6ED-F29DB39B60C9}" destId="{B323768F-9CA7-4064-B026-E028D76FB546}" srcOrd="0" destOrd="0" presId="urn:microsoft.com/office/officeart/2005/8/layout/list1"/>
    <dgm:cxn modelId="{32BA1AC6-5B46-4D89-AB00-A10319516E41}" type="presOf" srcId="{00387266-9D74-407C-BB6D-9D996F387B16}" destId="{8B5E99F5-9593-4880-8650-3610EA03F2A1}" srcOrd="0" destOrd="0" presId="urn:microsoft.com/office/officeart/2005/8/layout/list1"/>
    <dgm:cxn modelId="{12E4E3CF-52FB-4BD0-A198-9CFF60BBBFDE}" srcId="{4BC1A83E-F28E-4108-A5B7-60769522F33C}" destId="{93FB3F31-B85E-44C4-A5EC-673FF2F1FB1D}" srcOrd="2" destOrd="0" parTransId="{351A63B3-EB05-4534-9056-62DC5C600543}" sibTransId="{A62E8538-1670-4091-8FE7-63355A0670E8}"/>
    <dgm:cxn modelId="{199551D0-7D8C-4965-93CE-5CA816EFD794}" srcId="{E27FE3D5-F29F-40DF-A24C-7D19D12A70C8}" destId="{EAE3B834-6ED8-4298-B193-6BA8E0FA1164}" srcOrd="0" destOrd="0" parTransId="{8AEDBD18-89D1-4855-9B66-AE763ADBB3CB}" sibTransId="{D658C940-17F0-41AA-9BE2-6DD484C3BB7D}"/>
    <dgm:cxn modelId="{C93BEAD4-7405-4473-8859-6968EC8DAB62}" type="presOf" srcId="{93FB3F31-B85E-44C4-A5EC-673FF2F1FB1D}" destId="{CD293CBD-B99A-491B-AD59-A20EF3CF7BFB}" srcOrd="0" destOrd="2" presId="urn:microsoft.com/office/officeart/2005/8/layout/list1"/>
    <dgm:cxn modelId="{DA138BDA-32DC-49FB-978C-17687A89C8D5}" type="presOf" srcId="{B0CBB064-1761-4D38-90AB-F034E3FACE18}" destId="{23003385-164E-4F22-8FCE-9E17F13E5C1C}" srcOrd="0" destOrd="0" presId="urn:microsoft.com/office/officeart/2005/8/layout/list1"/>
    <dgm:cxn modelId="{D80930DE-6F83-4E6C-9833-D92B199571C2}" type="presOf" srcId="{E5EA5C38-5C7C-4511-8197-95F53D80F235}" destId="{CD293CBD-B99A-491B-AD59-A20EF3CF7BFB}" srcOrd="0" destOrd="0" presId="urn:microsoft.com/office/officeart/2005/8/layout/list1"/>
    <dgm:cxn modelId="{3F0310E0-B29B-4779-9570-C41DC521AC22}" srcId="{012056AD-7EAA-4C29-B6ED-F29DB39B60C9}" destId="{CA78FF51-6581-4F1C-BDB4-4608A266EC54}" srcOrd="1" destOrd="0" parTransId="{1C9590B4-8F54-49DD-852F-9210084ED803}" sibTransId="{AD957BE8-9384-4818-B029-C043BA858B97}"/>
    <dgm:cxn modelId="{69ED21E2-23AC-4507-9210-48A8AEA582A3}" type="presOf" srcId="{513583D3-ABAF-4282-BB3A-495D693DDA64}" destId="{C9ABF7FA-B382-4E36-AD27-3C81318B5BE4}" srcOrd="0" destOrd="0" presId="urn:microsoft.com/office/officeart/2005/8/layout/list1"/>
    <dgm:cxn modelId="{FF3951E3-C75F-4E78-BAA7-415EAE00C34A}" type="presOf" srcId="{00387266-9D74-407C-BB6D-9D996F387B16}" destId="{05A4A584-040F-476F-9968-7CEE6AC07FD3}" srcOrd="1" destOrd="0" presId="urn:microsoft.com/office/officeart/2005/8/layout/list1"/>
    <dgm:cxn modelId="{C79054E7-ECB5-4619-BE62-1054EA387BB7}" type="presOf" srcId="{4BC1A83E-F28E-4108-A5B7-60769522F33C}" destId="{F33D6E4E-63E2-4FDB-9AC7-FB79F3A261B1}" srcOrd="1" destOrd="0" presId="urn:microsoft.com/office/officeart/2005/8/layout/list1"/>
    <dgm:cxn modelId="{F552A6EC-AA2A-4543-A6F1-52BF9F297948}" srcId="{00387266-9D74-407C-BB6D-9D996F387B16}" destId="{550D178B-9D07-4C52-B37E-35ACFE2971D2}" srcOrd="0" destOrd="0" parTransId="{C9BBB184-81F8-4CCE-8B98-C9B8DA74DA0B}" sibTransId="{3C20E3EC-E583-465D-9C9A-74F551EE1D59}"/>
    <dgm:cxn modelId="{987F4CF9-F284-4044-8871-6D4B773D9E44}" type="presOf" srcId="{196E8C57-4853-4CEC-9E3A-38CE7F24A536}" destId="{12AC4E95-5CEB-41BB-9EEA-31929E230FAA}" srcOrd="0" destOrd="1" presId="urn:microsoft.com/office/officeart/2005/8/layout/list1"/>
    <dgm:cxn modelId="{432E4BFB-A30F-4EA7-82B8-1BF4BFBCE3E2}" type="presOf" srcId="{FDF87CA4-6509-4D8D-90A0-E48CF7F2345D}" destId="{5D398CE9-66BF-4626-BCCE-598C5BC0CE32}" srcOrd="0" destOrd="0" presId="urn:microsoft.com/office/officeart/2005/8/layout/list1"/>
    <dgm:cxn modelId="{46D989FD-1E92-439B-AB2E-ABE476C5430B}" srcId="{00387266-9D74-407C-BB6D-9D996F387B16}" destId="{196E8C57-4853-4CEC-9E3A-38CE7F24A536}" srcOrd="1" destOrd="0" parTransId="{338BA5DB-AC4D-4D69-91DF-0FCF48C0EDC7}" sibTransId="{7846FA47-CE7E-4165-8B84-4484DC00D9D2}"/>
    <dgm:cxn modelId="{3EB54F08-2538-45E4-8FA6-70040E199A82}" type="presParOf" srcId="{5D398CE9-66BF-4626-BCCE-598C5BC0CE32}" destId="{0179176E-B94E-476C-9322-6762FB9CB3D5}" srcOrd="0" destOrd="0" presId="urn:microsoft.com/office/officeart/2005/8/layout/list1"/>
    <dgm:cxn modelId="{8AF59D2C-3240-4584-88A2-DE5F567B142E}" type="presParOf" srcId="{0179176E-B94E-476C-9322-6762FB9CB3D5}" destId="{19995A84-5C3E-47A4-B2DE-076969BB7022}" srcOrd="0" destOrd="0" presId="urn:microsoft.com/office/officeart/2005/8/layout/list1"/>
    <dgm:cxn modelId="{03141535-9D39-4023-87E1-4A64D7D362F8}" type="presParOf" srcId="{0179176E-B94E-476C-9322-6762FB9CB3D5}" destId="{0F71CEF4-CF33-4099-BCF3-F538CB34115A}" srcOrd="1" destOrd="0" presId="urn:microsoft.com/office/officeart/2005/8/layout/list1"/>
    <dgm:cxn modelId="{65FFBE33-CE1D-4FBE-9562-F4679358342F}" type="presParOf" srcId="{5D398CE9-66BF-4626-BCCE-598C5BC0CE32}" destId="{E722033D-AC78-4F15-BB32-22EFD654E064}" srcOrd="1" destOrd="0" presId="urn:microsoft.com/office/officeart/2005/8/layout/list1"/>
    <dgm:cxn modelId="{5FC4F4ED-CA59-4A3C-98CF-546625A57255}" type="presParOf" srcId="{5D398CE9-66BF-4626-BCCE-598C5BC0CE32}" destId="{3BA2E78A-E193-4B61-A0C8-6E9BD0DA4594}" srcOrd="2" destOrd="0" presId="urn:microsoft.com/office/officeart/2005/8/layout/list1"/>
    <dgm:cxn modelId="{8483225D-693E-4523-9B9F-0BBAC30DCB3D}" type="presParOf" srcId="{5D398CE9-66BF-4626-BCCE-598C5BC0CE32}" destId="{1BD4CE54-B3AB-4008-87F8-304EC0394636}" srcOrd="3" destOrd="0" presId="urn:microsoft.com/office/officeart/2005/8/layout/list1"/>
    <dgm:cxn modelId="{851AD3D4-D011-4E7D-AAB2-EC687EADD8DE}" type="presParOf" srcId="{5D398CE9-66BF-4626-BCCE-598C5BC0CE32}" destId="{569DF79C-AAF1-4E05-BE3B-EFBB0DDE3815}" srcOrd="4" destOrd="0" presId="urn:microsoft.com/office/officeart/2005/8/layout/list1"/>
    <dgm:cxn modelId="{81199101-D6AB-4768-A767-8A6E1F97C4DA}" type="presParOf" srcId="{569DF79C-AAF1-4E05-BE3B-EFBB0DDE3815}" destId="{23003385-164E-4F22-8FCE-9E17F13E5C1C}" srcOrd="0" destOrd="0" presId="urn:microsoft.com/office/officeart/2005/8/layout/list1"/>
    <dgm:cxn modelId="{C18DAD7F-B788-4B60-A5FA-47545BAF9E02}" type="presParOf" srcId="{569DF79C-AAF1-4E05-BE3B-EFBB0DDE3815}" destId="{EBF48EF5-87AB-4E90-8D25-8C3DB97A1656}" srcOrd="1" destOrd="0" presId="urn:microsoft.com/office/officeart/2005/8/layout/list1"/>
    <dgm:cxn modelId="{4C19FDE2-2CCD-4D65-A4C9-431DBF4B621A}" type="presParOf" srcId="{5D398CE9-66BF-4626-BCCE-598C5BC0CE32}" destId="{B9C217DA-F326-4994-8466-CAB7F3BBA213}" srcOrd="5" destOrd="0" presId="urn:microsoft.com/office/officeart/2005/8/layout/list1"/>
    <dgm:cxn modelId="{227A8556-5609-4EB7-A231-9ACE4375C9B0}" type="presParOf" srcId="{5D398CE9-66BF-4626-BCCE-598C5BC0CE32}" destId="{C9ABF7FA-B382-4E36-AD27-3C81318B5BE4}" srcOrd="6" destOrd="0" presId="urn:microsoft.com/office/officeart/2005/8/layout/list1"/>
    <dgm:cxn modelId="{E4306F30-06E9-475E-98C3-DFDE9A0B27FA}" type="presParOf" srcId="{5D398CE9-66BF-4626-BCCE-598C5BC0CE32}" destId="{DCA4BEC7-3910-460E-B175-B21920A599A2}" srcOrd="7" destOrd="0" presId="urn:microsoft.com/office/officeart/2005/8/layout/list1"/>
    <dgm:cxn modelId="{6D37B4BF-3A22-415D-9D8E-0F694A97304B}" type="presParOf" srcId="{5D398CE9-66BF-4626-BCCE-598C5BC0CE32}" destId="{E098FCE0-3C68-4618-B481-6CD8389D2875}" srcOrd="8" destOrd="0" presId="urn:microsoft.com/office/officeart/2005/8/layout/list1"/>
    <dgm:cxn modelId="{24C39268-7805-4EB6-BD76-594DEF6397A4}" type="presParOf" srcId="{E098FCE0-3C68-4618-B481-6CD8389D2875}" destId="{8B5E99F5-9593-4880-8650-3610EA03F2A1}" srcOrd="0" destOrd="0" presId="urn:microsoft.com/office/officeart/2005/8/layout/list1"/>
    <dgm:cxn modelId="{A0B67394-5262-43B9-8255-317BF11261A9}" type="presParOf" srcId="{E098FCE0-3C68-4618-B481-6CD8389D2875}" destId="{05A4A584-040F-476F-9968-7CEE6AC07FD3}" srcOrd="1" destOrd="0" presId="urn:microsoft.com/office/officeart/2005/8/layout/list1"/>
    <dgm:cxn modelId="{28BA6519-7641-40DF-A37C-3518601E5008}" type="presParOf" srcId="{5D398CE9-66BF-4626-BCCE-598C5BC0CE32}" destId="{F61FFE42-3874-42C7-A897-E78FB5251DCA}" srcOrd="9" destOrd="0" presId="urn:microsoft.com/office/officeart/2005/8/layout/list1"/>
    <dgm:cxn modelId="{6A8EFD32-99F3-4116-A866-B01471553496}" type="presParOf" srcId="{5D398CE9-66BF-4626-BCCE-598C5BC0CE32}" destId="{12AC4E95-5CEB-41BB-9EEA-31929E230FAA}" srcOrd="10" destOrd="0" presId="urn:microsoft.com/office/officeart/2005/8/layout/list1"/>
    <dgm:cxn modelId="{3088F49B-6E51-4B9C-8966-148BBBEE743F}" type="presParOf" srcId="{5D398CE9-66BF-4626-BCCE-598C5BC0CE32}" destId="{7C71B7DA-EF82-46FE-BA9C-CDDD8888A897}" srcOrd="11" destOrd="0" presId="urn:microsoft.com/office/officeart/2005/8/layout/list1"/>
    <dgm:cxn modelId="{67DF68D5-B69F-4CE9-8E3D-3B8621C9E654}" type="presParOf" srcId="{5D398CE9-66BF-4626-BCCE-598C5BC0CE32}" destId="{37BF815B-0F20-4868-B8FA-E2E88FFDABF8}" srcOrd="12" destOrd="0" presId="urn:microsoft.com/office/officeart/2005/8/layout/list1"/>
    <dgm:cxn modelId="{A3A5C7A8-20FF-4B6D-A1AA-241A58DF38F3}" type="presParOf" srcId="{37BF815B-0F20-4868-B8FA-E2E88FFDABF8}" destId="{B323768F-9CA7-4064-B026-E028D76FB546}" srcOrd="0" destOrd="0" presId="urn:microsoft.com/office/officeart/2005/8/layout/list1"/>
    <dgm:cxn modelId="{AF41A8A2-2118-4064-8512-7876C9ACCAE7}" type="presParOf" srcId="{37BF815B-0F20-4868-B8FA-E2E88FFDABF8}" destId="{14AE87F1-E49C-4359-9157-313064BF42A4}" srcOrd="1" destOrd="0" presId="urn:microsoft.com/office/officeart/2005/8/layout/list1"/>
    <dgm:cxn modelId="{4AA60899-5827-4C08-82E2-AA43D0BF5295}" type="presParOf" srcId="{5D398CE9-66BF-4626-BCCE-598C5BC0CE32}" destId="{76CF3E00-56F1-42AA-955E-D7FBD3971A12}" srcOrd="13" destOrd="0" presId="urn:microsoft.com/office/officeart/2005/8/layout/list1"/>
    <dgm:cxn modelId="{CDB398FC-6545-4C47-8B0E-77355D469C58}" type="presParOf" srcId="{5D398CE9-66BF-4626-BCCE-598C5BC0CE32}" destId="{FA99FBF2-6A4E-49D1-AB7D-6F1EDE89C225}" srcOrd="14" destOrd="0" presId="urn:microsoft.com/office/officeart/2005/8/layout/list1"/>
    <dgm:cxn modelId="{1DE97A6F-BE54-45B9-B8BA-7B388765F578}" type="presParOf" srcId="{5D398CE9-66BF-4626-BCCE-598C5BC0CE32}" destId="{573FB2D9-43A5-4F44-96A2-83B9D609306A}" srcOrd="15" destOrd="0" presId="urn:microsoft.com/office/officeart/2005/8/layout/list1"/>
    <dgm:cxn modelId="{6C58FFDC-0D63-47E7-8140-F61D1D4BA02D}" type="presParOf" srcId="{5D398CE9-66BF-4626-BCCE-598C5BC0CE32}" destId="{70B2C97A-D387-4F10-976F-B5ACB98DA320}" srcOrd="16" destOrd="0" presId="urn:microsoft.com/office/officeart/2005/8/layout/list1"/>
    <dgm:cxn modelId="{F5B49AC4-1596-429E-A6F8-75453D559F19}" type="presParOf" srcId="{70B2C97A-D387-4F10-976F-B5ACB98DA320}" destId="{8075C91E-5F2E-4BD2-8E50-F53FF2938B4E}" srcOrd="0" destOrd="0" presId="urn:microsoft.com/office/officeart/2005/8/layout/list1"/>
    <dgm:cxn modelId="{83C536AA-D759-4160-9067-02EF8AC80D1E}" type="presParOf" srcId="{70B2C97A-D387-4F10-976F-B5ACB98DA320}" destId="{F33D6E4E-63E2-4FDB-9AC7-FB79F3A261B1}" srcOrd="1" destOrd="0" presId="urn:microsoft.com/office/officeart/2005/8/layout/list1"/>
    <dgm:cxn modelId="{A39F2444-25CD-4808-901E-5A51BA20862F}" type="presParOf" srcId="{5D398CE9-66BF-4626-BCCE-598C5BC0CE32}" destId="{411481E1-B6C4-4DC5-9172-3A91EA70B359}" srcOrd="17" destOrd="0" presId="urn:microsoft.com/office/officeart/2005/8/layout/list1"/>
    <dgm:cxn modelId="{2762C3BD-54C7-4E66-91AB-48BF00515C83}" type="presParOf" srcId="{5D398CE9-66BF-4626-BCCE-598C5BC0CE32}" destId="{CD293CBD-B99A-491B-AD59-A20EF3CF7BF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DF87CA4-6509-4D8D-90A0-E48CF7F234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FE3D5-F29F-40DF-A24C-7D19D12A70C8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Vision Backbone Evolution</a:t>
          </a:r>
        </a:p>
      </dgm:t>
    </dgm:pt>
    <dgm:pt modelId="{8A34B4BA-CE3C-4833-9A03-2749964E0E32}" type="parTrans" cxnId="{918FB367-F2DD-47B2-8DC3-DAFEDABFFBE5}">
      <dgm:prSet/>
      <dgm:spPr/>
      <dgm:t>
        <a:bodyPr/>
        <a:lstStyle/>
        <a:p>
          <a:endParaRPr lang="en-US" sz="2000"/>
        </a:p>
      </dgm:t>
    </dgm:pt>
    <dgm:pt modelId="{FB98A8EF-4CF7-4717-8AD8-4C97FA111019}" type="sibTrans" cxnId="{918FB367-F2DD-47B2-8DC3-DAFEDABFFBE5}">
      <dgm:prSet/>
      <dgm:spPr/>
      <dgm:t>
        <a:bodyPr/>
        <a:lstStyle/>
        <a:p>
          <a:endParaRPr lang="en-US" sz="2000"/>
        </a:p>
      </dgm:t>
    </dgm:pt>
    <dgm:pt modelId="{B0CBB064-1761-4D38-90AB-F034E3FACE18}">
      <dgm:prSet phldrT="[Κείμενο]" custT="1"/>
      <dgm:spPr/>
      <dgm:t>
        <a:bodyPr/>
        <a:lstStyle/>
        <a:p>
          <a:pPr>
            <a:buNone/>
          </a:pPr>
          <a:r>
            <a:rPr lang="en-US" sz="1400" dirty="0" err="1"/>
            <a:t>MambaVision</a:t>
          </a:r>
          <a:endParaRPr lang="en-US" sz="1400" dirty="0"/>
        </a:p>
      </dgm:t>
    </dgm:pt>
    <dgm:pt modelId="{E3689061-FAD6-4F70-9BC8-00ED9F291377}" type="parTrans" cxnId="{70634A35-1C2C-48C1-B5B7-B164D44612B0}">
      <dgm:prSet/>
      <dgm:spPr/>
      <dgm:t>
        <a:bodyPr/>
        <a:lstStyle/>
        <a:p>
          <a:endParaRPr lang="en-US" sz="2000"/>
        </a:p>
      </dgm:t>
    </dgm:pt>
    <dgm:pt modelId="{08C1C468-5D1D-4DD4-9D94-AE8EBEDA2A1F}" type="sibTrans" cxnId="{70634A35-1C2C-48C1-B5B7-B164D44612B0}">
      <dgm:prSet/>
      <dgm:spPr/>
      <dgm:t>
        <a:bodyPr/>
        <a:lstStyle/>
        <a:p>
          <a:endParaRPr lang="en-US" sz="2000"/>
        </a:p>
      </dgm:t>
    </dgm:pt>
    <dgm:pt modelId="{00387266-9D74-407C-BB6D-9D996F387B16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Key Innovations</a:t>
          </a:r>
        </a:p>
      </dgm:t>
    </dgm:pt>
    <dgm:pt modelId="{290A383A-34C8-42BA-B1EF-C3013511410C}" type="parTrans" cxnId="{0769C9A2-7E5F-47BC-B746-4D831EE11455}">
      <dgm:prSet/>
      <dgm:spPr/>
      <dgm:t>
        <a:bodyPr/>
        <a:lstStyle/>
        <a:p>
          <a:endParaRPr lang="en-US" sz="2000"/>
        </a:p>
      </dgm:t>
    </dgm:pt>
    <dgm:pt modelId="{0D8A809B-42C8-439B-A74B-64A0FAB094FF}" type="sibTrans" cxnId="{0769C9A2-7E5F-47BC-B746-4D831EE11455}">
      <dgm:prSet/>
      <dgm:spPr/>
      <dgm:t>
        <a:bodyPr/>
        <a:lstStyle/>
        <a:p>
          <a:endParaRPr lang="en-US" sz="2000"/>
        </a:p>
      </dgm:t>
    </dgm:pt>
    <dgm:pt modelId="{4BC1A83E-F28E-4108-A5B7-60769522F33C}">
      <dgm:prSet phldrT="[Κείμενο]" custT="1"/>
      <dgm:spPr>
        <a:noFill/>
        <a:ln>
          <a:noFill/>
        </a:ln>
      </dgm:spPr>
      <dgm:t>
        <a:bodyPr/>
        <a:lstStyle/>
        <a:p>
          <a:pPr>
            <a:buNone/>
          </a:pPr>
          <a:r>
            <a:rPr lang="en-US" sz="1400" dirty="0">
              <a:noFill/>
            </a:rPr>
            <a:t>Broader Impact</a:t>
          </a:r>
        </a:p>
      </dgm:t>
    </dgm:pt>
    <dgm:pt modelId="{A425ED90-E603-45EA-8262-16906AB8D624}" type="parTrans" cxnId="{5DC3EDA1-B4A4-49E6-B052-0AC7CEBF58C3}">
      <dgm:prSet/>
      <dgm:spPr/>
      <dgm:t>
        <a:bodyPr/>
        <a:lstStyle/>
        <a:p>
          <a:endParaRPr lang="en-US" sz="2000"/>
        </a:p>
      </dgm:t>
    </dgm:pt>
    <dgm:pt modelId="{6BA59D31-0263-4126-8F1C-07BE900C894A}" type="sibTrans" cxnId="{5DC3EDA1-B4A4-49E6-B052-0AC7CEBF58C3}">
      <dgm:prSet/>
      <dgm:spPr/>
      <dgm:t>
        <a:bodyPr/>
        <a:lstStyle/>
        <a:p>
          <a:endParaRPr lang="en-US" sz="2000"/>
        </a:p>
      </dgm:t>
    </dgm:pt>
    <dgm:pt modelId="{EAE3B834-6ED8-4298-B193-6BA8E0FA11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CNNs: Efficient, local (translation invariance)</a:t>
          </a:r>
        </a:p>
      </dgm:t>
    </dgm:pt>
    <dgm:pt modelId="{8AEDBD18-89D1-4855-9B66-AE763ADBB3CB}" type="parTrans" cxnId="{199551D0-7D8C-4965-93CE-5CA816EFD794}">
      <dgm:prSet/>
      <dgm:spPr/>
      <dgm:t>
        <a:bodyPr/>
        <a:lstStyle/>
        <a:p>
          <a:endParaRPr lang="en-US" sz="2000"/>
        </a:p>
      </dgm:t>
    </dgm:pt>
    <dgm:pt modelId="{D658C940-17F0-41AA-9BE2-6DD484C3BB7D}" type="sibTrans" cxnId="{199551D0-7D8C-4965-93CE-5CA816EFD794}">
      <dgm:prSet/>
      <dgm:spPr/>
      <dgm:t>
        <a:bodyPr/>
        <a:lstStyle/>
        <a:p>
          <a:endParaRPr lang="en-US" sz="2000"/>
        </a:p>
      </dgm:t>
    </dgm:pt>
    <dgm:pt modelId="{736205C4-753F-4F21-A96C-8465BBD083FC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 err="1"/>
            <a:t>ViTs</a:t>
          </a:r>
          <a:r>
            <a:rPr lang="en-US" sz="1400" dirty="0"/>
            <a:t>: Global context via self-attention, but quadratic cost</a:t>
          </a:r>
        </a:p>
      </dgm:t>
    </dgm:pt>
    <dgm:pt modelId="{4024C366-E8D3-4C86-95A5-F9D5BD4B4C0B}" type="parTrans" cxnId="{4A25076F-2B0A-47AB-AEC0-5FEFA3ED6C8D}">
      <dgm:prSet/>
      <dgm:spPr/>
      <dgm:t>
        <a:bodyPr/>
        <a:lstStyle/>
        <a:p>
          <a:endParaRPr lang="en-US" sz="2000"/>
        </a:p>
      </dgm:t>
    </dgm:pt>
    <dgm:pt modelId="{4F53925F-1806-482E-9A7C-22B5C8C097D4}" type="sibTrans" cxnId="{4A25076F-2B0A-47AB-AEC0-5FEFA3ED6C8D}">
      <dgm:prSet/>
      <dgm:spPr/>
      <dgm:t>
        <a:bodyPr/>
        <a:lstStyle/>
        <a:p>
          <a:endParaRPr lang="en-US" sz="2000"/>
        </a:p>
      </dgm:t>
    </dgm:pt>
    <dgm:pt modelId="{81E8619A-C292-47AA-AEDA-762B1F8FB82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SSMs (Mamba): Linear-time modeling, strong in language, challenging for 2D non-causal images</a:t>
          </a:r>
        </a:p>
      </dgm:t>
    </dgm:pt>
    <dgm:pt modelId="{638ACE34-B99E-4177-AE05-B4AB092557C7}" type="parTrans" cxnId="{D105CE9D-C7A0-4C14-936B-32201B891183}">
      <dgm:prSet/>
      <dgm:spPr/>
      <dgm:t>
        <a:bodyPr/>
        <a:lstStyle/>
        <a:p>
          <a:endParaRPr lang="en-US" sz="2000"/>
        </a:p>
      </dgm:t>
    </dgm:pt>
    <dgm:pt modelId="{58C8E11C-4F7E-43F2-AB91-1586A29DAB07}" type="sibTrans" cxnId="{D105CE9D-C7A0-4C14-936B-32201B891183}">
      <dgm:prSet/>
      <dgm:spPr/>
      <dgm:t>
        <a:bodyPr/>
        <a:lstStyle/>
        <a:p>
          <a:endParaRPr lang="en-US" sz="2000"/>
        </a:p>
      </dgm:t>
    </dgm:pt>
    <dgm:pt modelId="{513583D3-ABAF-4282-BB3A-495D693DDA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Novel hybrid architecture: CNN + SSM (Mamba) + Transformer</a:t>
          </a:r>
        </a:p>
      </dgm:t>
    </dgm:pt>
    <dgm:pt modelId="{194E40EB-4449-465E-9EC2-DA8A3C6F550F}" type="parTrans" cxnId="{F0F3E648-6413-4811-A120-5EF2E51F7723}">
      <dgm:prSet/>
      <dgm:spPr/>
      <dgm:t>
        <a:bodyPr/>
        <a:lstStyle/>
        <a:p>
          <a:endParaRPr lang="en-US" sz="2000"/>
        </a:p>
      </dgm:t>
    </dgm:pt>
    <dgm:pt modelId="{E24AAEB2-7618-401D-944B-8D59BE200122}" type="sibTrans" cxnId="{F0F3E648-6413-4811-A120-5EF2E51F7723}">
      <dgm:prSet/>
      <dgm:spPr/>
      <dgm:t>
        <a:bodyPr/>
        <a:lstStyle/>
        <a:p>
          <a:endParaRPr lang="en-US" sz="2000"/>
        </a:p>
      </dgm:t>
    </dgm:pt>
    <dgm:pt modelId="{550D178B-9D07-4C52-B37E-35ACFE2971D2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/>
            <a:t>Redesigned "vision-friendly" Mamba block: Removes causality, adds symmetric branches</a:t>
          </a:r>
          <a:endParaRPr lang="en-US" sz="1400" dirty="0"/>
        </a:p>
      </dgm:t>
    </dgm:pt>
    <dgm:pt modelId="{C9BBB184-81F8-4CCE-8B98-C9B8DA74DA0B}" type="parTrans" cxnId="{F552A6EC-AA2A-4543-A6F1-52BF9F297948}">
      <dgm:prSet/>
      <dgm:spPr/>
      <dgm:t>
        <a:bodyPr/>
        <a:lstStyle/>
        <a:p>
          <a:endParaRPr lang="en-US" sz="2000"/>
        </a:p>
      </dgm:t>
    </dgm:pt>
    <dgm:pt modelId="{3C20E3EC-E583-465D-9C9A-74F551EE1D59}" type="sibTrans" cxnId="{F552A6EC-AA2A-4543-A6F1-52BF9F297948}">
      <dgm:prSet/>
      <dgm:spPr/>
      <dgm:t>
        <a:bodyPr/>
        <a:lstStyle/>
        <a:p>
          <a:endParaRPr lang="en-US" sz="2000"/>
        </a:p>
      </dgm:t>
    </dgm:pt>
    <dgm:pt modelId="{196E8C57-4853-4CEC-9E3A-38CE7F24A53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/>
            <a:t>Self-attention integrated only in final stages → balances efficiency &amp; global modeling</a:t>
          </a:r>
          <a:endParaRPr lang="en-US" sz="1400" dirty="0"/>
        </a:p>
      </dgm:t>
    </dgm:pt>
    <dgm:pt modelId="{338BA5DB-AC4D-4D69-91DF-0FCF48C0EDC7}" type="parTrans" cxnId="{46D989FD-1E92-439B-AB2E-ABE476C5430B}">
      <dgm:prSet/>
      <dgm:spPr/>
      <dgm:t>
        <a:bodyPr/>
        <a:lstStyle/>
        <a:p>
          <a:endParaRPr lang="en-US" sz="2000"/>
        </a:p>
      </dgm:t>
    </dgm:pt>
    <dgm:pt modelId="{7846FA47-CE7E-4165-8B84-4484DC00D9D2}" type="sibTrans" cxnId="{46D989FD-1E92-439B-AB2E-ABE476C5430B}">
      <dgm:prSet/>
      <dgm:spPr/>
      <dgm:t>
        <a:bodyPr/>
        <a:lstStyle/>
        <a:p>
          <a:endParaRPr lang="en-US" sz="2000"/>
        </a:p>
      </dgm:t>
    </dgm:pt>
    <dgm:pt modelId="{E5EA5C38-5C7C-4511-8197-95F53D80F235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Strong results in downstream tasks: object detection, semantic segmentation</a:t>
          </a:r>
        </a:p>
      </dgm:t>
    </dgm:pt>
    <dgm:pt modelId="{D0A78447-B2EF-4040-A6F1-7B38BFE8D07E}" type="parTrans" cxnId="{04E70889-E580-4D3A-A0EB-9B360575962B}">
      <dgm:prSet/>
      <dgm:spPr/>
      <dgm:t>
        <a:bodyPr/>
        <a:lstStyle/>
        <a:p>
          <a:endParaRPr lang="en-US" sz="2000"/>
        </a:p>
      </dgm:t>
    </dgm:pt>
    <dgm:pt modelId="{29294411-DF80-415E-9F49-EDCC9D59C40B}" type="sibTrans" cxnId="{04E70889-E580-4D3A-A0EB-9B360575962B}">
      <dgm:prSet/>
      <dgm:spPr/>
      <dgm:t>
        <a:bodyPr/>
        <a:lstStyle/>
        <a:p>
          <a:endParaRPr lang="en-US" sz="2000"/>
        </a:p>
      </dgm:t>
    </dgm:pt>
    <dgm:pt modelId="{1F911FC8-037E-4720-B6ED-302FB86BE7CA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Scalable for foundation model pre-training</a:t>
          </a:r>
        </a:p>
      </dgm:t>
    </dgm:pt>
    <dgm:pt modelId="{E67994C5-51BD-49BE-9076-0B41827438B1}" type="parTrans" cxnId="{05D00181-59EC-4B7E-81BB-4ECDE9186642}">
      <dgm:prSet/>
      <dgm:spPr/>
      <dgm:t>
        <a:bodyPr/>
        <a:lstStyle/>
        <a:p>
          <a:endParaRPr lang="en-US" sz="2000"/>
        </a:p>
      </dgm:t>
    </dgm:pt>
    <dgm:pt modelId="{6EE3D6E9-87B9-439C-8225-EC7AD370C1A3}" type="sibTrans" cxnId="{05D00181-59EC-4B7E-81BB-4ECDE9186642}">
      <dgm:prSet/>
      <dgm:spPr/>
      <dgm:t>
        <a:bodyPr/>
        <a:lstStyle/>
        <a:p>
          <a:endParaRPr lang="en-US" sz="2000"/>
        </a:p>
      </dgm:t>
    </dgm:pt>
    <dgm:pt modelId="{93FB3F31-B85E-44C4-A5EC-673FF2F1FB1D}">
      <dgm:prSet phldrT="[Κείμενο]" custT="1"/>
      <dgm:spPr>
        <a:solidFill>
          <a:schemeClr val="bg1"/>
        </a:solidFill>
        <a:ln>
          <a:noFill/>
        </a:ln>
      </dgm:spPr>
      <dgm:t>
        <a:bodyPr lIns="182880" tIns="274320" rIns="182880" bIns="91440"/>
        <a:lstStyle/>
        <a:p>
          <a:pPr>
            <a:buNone/>
          </a:pPr>
          <a:r>
            <a:rPr lang="en-US" sz="1400" dirty="0">
              <a:noFill/>
            </a:rPr>
            <a:t>Blueprint for next-gen efficient, high-performance vision backbones</a:t>
          </a:r>
        </a:p>
      </dgm:t>
    </dgm:pt>
    <dgm:pt modelId="{351A63B3-EB05-4534-9056-62DC5C600543}" type="parTrans" cxnId="{12E4E3CF-52FB-4BD0-A198-9CFF60BBBFDE}">
      <dgm:prSet/>
      <dgm:spPr/>
      <dgm:t>
        <a:bodyPr/>
        <a:lstStyle/>
        <a:p>
          <a:endParaRPr lang="en-US" sz="2000"/>
        </a:p>
      </dgm:t>
    </dgm:pt>
    <dgm:pt modelId="{A62E8538-1670-4091-8FE7-63355A0670E8}" type="sibTrans" cxnId="{12E4E3CF-52FB-4BD0-A198-9CFF60BBBFDE}">
      <dgm:prSet/>
      <dgm:spPr/>
      <dgm:t>
        <a:bodyPr/>
        <a:lstStyle/>
        <a:p>
          <a:endParaRPr lang="en-US" sz="2000"/>
        </a:p>
      </dgm:t>
    </dgm:pt>
    <dgm:pt modelId="{012056AD-7EAA-4C29-B6ED-F29DB39B60C9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Performance Breakthrough</a:t>
          </a:r>
        </a:p>
      </dgm:t>
    </dgm:pt>
    <dgm:pt modelId="{4A70877F-5367-4B81-A6C7-3D0F009C6DFD}" type="sibTrans" cxnId="{D4E8A1B7-80BE-47BE-8184-33A9C4EE5972}">
      <dgm:prSet/>
      <dgm:spPr/>
      <dgm:t>
        <a:bodyPr/>
        <a:lstStyle/>
        <a:p>
          <a:endParaRPr lang="en-US" sz="2000"/>
        </a:p>
      </dgm:t>
    </dgm:pt>
    <dgm:pt modelId="{2A46387A-9ABB-4872-8A1A-3AA988D82579}" type="parTrans" cxnId="{D4E8A1B7-80BE-47BE-8184-33A9C4EE5972}">
      <dgm:prSet/>
      <dgm:spPr/>
      <dgm:t>
        <a:bodyPr/>
        <a:lstStyle/>
        <a:p>
          <a:endParaRPr lang="en-US" sz="2000"/>
        </a:p>
      </dgm:t>
    </dgm:pt>
    <dgm:pt modelId="{66302889-113B-4424-B011-ABC4AFC8AC17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Achieves new state-of-the-art Pareto front on ImageNet-1K</a:t>
          </a:r>
        </a:p>
      </dgm:t>
    </dgm:pt>
    <dgm:pt modelId="{FFDED454-B00B-4C9E-A801-F6D4B28A5615}" type="sibTrans" cxnId="{28453E53-7D7E-4068-BEF9-47FC345A4F21}">
      <dgm:prSet/>
      <dgm:spPr/>
      <dgm:t>
        <a:bodyPr/>
        <a:lstStyle/>
        <a:p>
          <a:endParaRPr lang="en-US" sz="2000"/>
        </a:p>
      </dgm:t>
    </dgm:pt>
    <dgm:pt modelId="{22BC71BC-B782-4E13-B029-D9F3C8A833A6}" type="parTrans" cxnId="{28453E53-7D7E-4068-BEF9-47FC345A4F21}">
      <dgm:prSet/>
      <dgm:spPr/>
      <dgm:t>
        <a:bodyPr/>
        <a:lstStyle/>
        <a:p>
          <a:endParaRPr lang="en-US" sz="2000"/>
        </a:p>
      </dgm:t>
    </dgm:pt>
    <dgm:pt modelId="{CA78FF51-6581-4F1C-BDB4-4608A266EC5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Superior Top-1 accuracy and image throughput tradeoff</a:t>
          </a:r>
        </a:p>
      </dgm:t>
    </dgm:pt>
    <dgm:pt modelId="{AD957BE8-9384-4818-B029-C043BA858B97}" type="sibTrans" cxnId="{3F0310E0-B29B-4779-9570-C41DC521AC22}">
      <dgm:prSet/>
      <dgm:spPr/>
      <dgm:t>
        <a:bodyPr/>
        <a:lstStyle/>
        <a:p>
          <a:endParaRPr lang="en-US" sz="2000"/>
        </a:p>
      </dgm:t>
    </dgm:pt>
    <dgm:pt modelId="{1C9590B4-8F54-49DD-852F-9210084ED803}" type="parTrans" cxnId="{3F0310E0-B29B-4779-9570-C41DC521AC22}">
      <dgm:prSet/>
      <dgm:spPr/>
      <dgm:t>
        <a:bodyPr/>
        <a:lstStyle/>
        <a:p>
          <a:endParaRPr lang="en-US" sz="2000"/>
        </a:p>
      </dgm:t>
    </dgm:pt>
    <dgm:pt modelId="{5D398CE9-66BF-4626-BCCE-598C5BC0CE32}" type="pres">
      <dgm:prSet presAssocID="{FDF87CA4-6509-4D8D-90A0-E48CF7F2345D}" presName="linear" presStyleCnt="0">
        <dgm:presLayoutVars>
          <dgm:dir/>
          <dgm:animLvl val="lvl"/>
          <dgm:resizeHandles val="exact"/>
        </dgm:presLayoutVars>
      </dgm:prSet>
      <dgm:spPr/>
    </dgm:pt>
    <dgm:pt modelId="{0179176E-B94E-476C-9322-6762FB9CB3D5}" type="pres">
      <dgm:prSet presAssocID="{E27FE3D5-F29F-40DF-A24C-7D19D12A70C8}" presName="parentLin" presStyleCnt="0"/>
      <dgm:spPr/>
    </dgm:pt>
    <dgm:pt modelId="{19995A84-5C3E-47A4-B2DE-076969BB7022}" type="pres">
      <dgm:prSet presAssocID="{E27FE3D5-F29F-40DF-A24C-7D19D12A70C8}" presName="parentLeftMargin" presStyleLbl="node1" presStyleIdx="0" presStyleCnt="5"/>
      <dgm:spPr/>
    </dgm:pt>
    <dgm:pt modelId="{0F71CEF4-CF33-4099-BCF3-F538CB34115A}" type="pres">
      <dgm:prSet presAssocID="{E27FE3D5-F29F-40DF-A24C-7D19D12A70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22033D-AC78-4F15-BB32-22EFD654E064}" type="pres">
      <dgm:prSet presAssocID="{E27FE3D5-F29F-40DF-A24C-7D19D12A70C8}" presName="negativeSpace" presStyleCnt="0"/>
      <dgm:spPr/>
    </dgm:pt>
    <dgm:pt modelId="{3BA2E78A-E193-4B61-A0C8-6E9BD0DA4594}" type="pres">
      <dgm:prSet presAssocID="{E27FE3D5-F29F-40DF-A24C-7D19D12A70C8}" presName="childText" presStyleLbl="conFgAcc1" presStyleIdx="0" presStyleCnt="5">
        <dgm:presLayoutVars>
          <dgm:bulletEnabled val="1"/>
        </dgm:presLayoutVars>
      </dgm:prSet>
      <dgm:spPr/>
    </dgm:pt>
    <dgm:pt modelId="{1BD4CE54-B3AB-4008-87F8-304EC0394636}" type="pres">
      <dgm:prSet presAssocID="{FB98A8EF-4CF7-4717-8AD8-4C97FA111019}" presName="spaceBetweenRectangles" presStyleCnt="0"/>
      <dgm:spPr/>
    </dgm:pt>
    <dgm:pt modelId="{569DF79C-AAF1-4E05-BE3B-EFBB0DDE3815}" type="pres">
      <dgm:prSet presAssocID="{B0CBB064-1761-4D38-90AB-F034E3FACE18}" presName="parentLin" presStyleCnt="0"/>
      <dgm:spPr/>
    </dgm:pt>
    <dgm:pt modelId="{23003385-164E-4F22-8FCE-9E17F13E5C1C}" type="pres">
      <dgm:prSet presAssocID="{B0CBB064-1761-4D38-90AB-F034E3FACE18}" presName="parentLeftMargin" presStyleLbl="node1" presStyleIdx="0" presStyleCnt="5"/>
      <dgm:spPr/>
    </dgm:pt>
    <dgm:pt modelId="{EBF48EF5-87AB-4E90-8D25-8C3DB97A1656}" type="pres">
      <dgm:prSet presAssocID="{B0CBB064-1761-4D38-90AB-F034E3FACE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C217DA-F326-4994-8466-CAB7F3BBA213}" type="pres">
      <dgm:prSet presAssocID="{B0CBB064-1761-4D38-90AB-F034E3FACE18}" presName="negativeSpace" presStyleCnt="0"/>
      <dgm:spPr/>
    </dgm:pt>
    <dgm:pt modelId="{C9ABF7FA-B382-4E36-AD27-3C81318B5BE4}" type="pres">
      <dgm:prSet presAssocID="{B0CBB064-1761-4D38-90AB-F034E3FACE18}" presName="childText" presStyleLbl="conFgAcc1" presStyleIdx="1" presStyleCnt="5">
        <dgm:presLayoutVars>
          <dgm:bulletEnabled val="1"/>
        </dgm:presLayoutVars>
      </dgm:prSet>
      <dgm:spPr/>
    </dgm:pt>
    <dgm:pt modelId="{DCA4BEC7-3910-460E-B175-B21920A599A2}" type="pres">
      <dgm:prSet presAssocID="{08C1C468-5D1D-4DD4-9D94-AE8EBEDA2A1F}" presName="spaceBetweenRectangles" presStyleCnt="0"/>
      <dgm:spPr/>
    </dgm:pt>
    <dgm:pt modelId="{E098FCE0-3C68-4618-B481-6CD8389D2875}" type="pres">
      <dgm:prSet presAssocID="{00387266-9D74-407C-BB6D-9D996F387B16}" presName="parentLin" presStyleCnt="0"/>
      <dgm:spPr/>
    </dgm:pt>
    <dgm:pt modelId="{8B5E99F5-9593-4880-8650-3610EA03F2A1}" type="pres">
      <dgm:prSet presAssocID="{00387266-9D74-407C-BB6D-9D996F387B16}" presName="parentLeftMargin" presStyleLbl="node1" presStyleIdx="1" presStyleCnt="5"/>
      <dgm:spPr/>
    </dgm:pt>
    <dgm:pt modelId="{05A4A584-040F-476F-9968-7CEE6AC07FD3}" type="pres">
      <dgm:prSet presAssocID="{00387266-9D74-407C-BB6D-9D996F387B1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1FFE42-3874-42C7-A897-E78FB5251DCA}" type="pres">
      <dgm:prSet presAssocID="{00387266-9D74-407C-BB6D-9D996F387B16}" presName="negativeSpace" presStyleCnt="0"/>
      <dgm:spPr/>
    </dgm:pt>
    <dgm:pt modelId="{12AC4E95-5CEB-41BB-9EEA-31929E230FAA}" type="pres">
      <dgm:prSet presAssocID="{00387266-9D74-407C-BB6D-9D996F387B16}" presName="childText" presStyleLbl="conFgAcc1" presStyleIdx="2" presStyleCnt="5">
        <dgm:presLayoutVars>
          <dgm:bulletEnabled val="1"/>
        </dgm:presLayoutVars>
      </dgm:prSet>
      <dgm:spPr/>
    </dgm:pt>
    <dgm:pt modelId="{7C71B7DA-EF82-46FE-BA9C-CDDD8888A897}" type="pres">
      <dgm:prSet presAssocID="{0D8A809B-42C8-439B-A74B-64A0FAB094FF}" presName="spaceBetweenRectangles" presStyleCnt="0"/>
      <dgm:spPr/>
    </dgm:pt>
    <dgm:pt modelId="{37BF815B-0F20-4868-B8FA-E2E88FFDABF8}" type="pres">
      <dgm:prSet presAssocID="{012056AD-7EAA-4C29-B6ED-F29DB39B60C9}" presName="parentLin" presStyleCnt="0"/>
      <dgm:spPr/>
    </dgm:pt>
    <dgm:pt modelId="{B323768F-9CA7-4064-B026-E028D76FB546}" type="pres">
      <dgm:prSet presAssocID="{012056AD-7EAA-4C29-B6ED-F29DB39B60C9}" presName="parentLeftMargin" presStyleLbl="node1" presStyleIdx="2" presStyleCnt="5"/>
      <dgm:spPr/>
    </dgm:pt>
    <dgm:pt modelId="{14AE87F1-E49C-4359-9157-313064BF42A4}" type="pres">
      <dgm:prSet presAssocID="{012056AD-7EAA-4C29-B6ED-F29DB39B60C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6CF3E00-56F1-42AA-955E-D7FBD3971A12}" type="pres">
      <dgm:prSet presAssocID="{012056AD-7EAA-4C29-B6ED-F29DB39B60C9}" presName="negativeSpace" presStyleCnt="0"/>
      <dgm:spPr/>
    </dgm:pt>
    <dgm:pt modelId="{FA99FBF2-6A4E-49D1-AB7D-6F1EDE89C225}" type="pres">
      <dgm:prSet presAssocID="{012056AD-7EAA-4C29-B6ED-F29DB39B60C9}" presName="childText" presStyleLbl="conFgAcc1" presStyleIdx="3" presStyleCnt="5">
        <dgm:presLayoutVars>
          <dgm:bulletEnabled val="1"/>
        </dgm:presLayoutVars>
      </dgm:prSet>
      <dgm:spPr/>
    </dgm:pt>
    <dgm:pt modelId="{573FB2D9-43A5-4F44-96A2-83B9D609306A}" type="pres">
      <dgm:prSet presAssocID="{4A70877F-5367-4B81-A6C7-3D0F009C6DFD}" presName="spaceBetweenRectangles" presStyleCnt="0"/>
      <dgm:spPr/>
    </dgm:pt>
    <dgm:pt modelId="{70B2C97A-D387-4F10-976F-B5ACB98DA320}" type="pres">
      <dgm:prSet presAssocID="{4BC1A83E-F28E-4108-A5B7-60769522F33C}" presName="parentLin" presStyleCnt="0"/>
      <dgm:spPr/>
    </dgm:pt>
    <dgm:pt modelId="{8075C91E-5F2E-4BD2-8E50-F53FF2938B4E}" type="pres">
      <dgm:prSet presAssocID="{4BC1A83E-F28E-4108-A5B7-60769522F33C}" presName="parentLeftMargin" presStyleLbl="node1" presStyleIdx="3" presStyleCnt="5"/>
      <dgm:spPr/>
    </dgm:pt>
    <dgm:pt modelId="{F33D6E4E-63E2-4FDB-9AC7-FB79F3A261B1}" type="pres">
      <dgm:prSet presAssocID="{4BC1A83E-F28E-4108-A5B7-60769522F33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1481E1-B6C4-4DC5-9172-3A91EA70B359}" type="pres">
      <dgm:prSet presAssocID="{4BC1A83E-F28E-4108-A5B7-60769522F33C}" presName="negativeSpace" presStyleCnt="0"/>
      <dgm:spPr/>
    </dgm:pt>
    <dgm:pt modelId="{CD293CBD-B99A-491B-AD59-A20EF3CF7BFB}" type="pres">
      <dgm:prSet presAssocID="{4BC1A83E-F28E-4108-A5B7-60769522F33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A268411-6E98-49B3-B5CE-3CB0E42AE826}" type="presOf" srcId="{CA78FF51-6581-4F1C-BDB4-4608A266EC54}" destId="{FA99FBF2-6A4E-49D1-AB7D-6F1EDE89C225}" srcOrd="0" destOrd="1" presId="urn:microsoft.com/office/officeart/2005/8/layout/list1"/>
    <dgm:cxn modelId="{63A79A2C-2537-4748-B95D-CAEDE2DF3B52}" type="presOf" srcId="{736205C4-753F-4F21-A96C-8465BBD083FC}" destId="{3BA2E78A-E193-4B61-A0C8-6E9BD0DA4594}" srcOrd="0" destOrd="1" presId="urn:microsoft.com/office/officeart/2005/8/layout/list1"/>
    <dgm:cxn modelId="{70634A35-1C2C-48C1-B5B7-B164D44612B0}" srcId="{FDF87CA4-6509-4D8D-90A0-E48CF7F2345D}" destId="{B0CBB064-1761-4D38-90AB-F034E3FACE18}" srcOrd="1" destOrd="0" parTransId="{E3689061-FAD6-4F70-9BC8-00ED9F291377}" sibTransId="{08C1C468-5D1D-4DD4-9D94-AE8EBEDA2A1F}"/>
    <dgm:cxn modelId="{4296495C-3E95-4FEF-9E9D-51B98F6F4592}" type="presOf" srcId="{81E8619A-C292-47AA-AEDA-762B1F8FB826}" destId="{3BA2E78A-E193-4B61-A0C8-6E9BD0DA4594}" srcOrd="0" destOrd="2" presId="urn:microsoft.com/office/officeart/2005/8/layout/list1"/>
    <dgm:cxn modelId="{70E8C45E-F999-407D-921B-737D3861B08C}" type="presOf" srcId="{550D178B-9D07-4C52-B37E-35ACFE2971D2}" destId="{12AC4E95-5CEB-41BB-9EEA-31929E230FAA}" srcOrd="0" destOrd="0" presId="urn:microsoft.com/office/officeart/2005/8/layout/list1"/>
    <dgm:cxn modelId="{8E63515F-3B08-42ED-848E-83DAC6616E13}" type="presOf" srcId="{1F911FC8-037E-4720-B6ED-302FB86BE7CA}" destId="{CD293CBD-B99A-491B-AD59-A20EF3CF7BFB}" srcOrd="0" destOrd="1" presId="urn:microsoft.com/office/officeart/2005/8/layout/list1"/>
    <dgm:cxn modelId="{E5A3C762-D47F-4A71-9B37-88332BADE61E}" type="presOf" srcId="{4BC1A83E-F28E-4108-A5B7-60769522F33C}" destId="{8075C91E-5F2E-4BD2-8E50-F53FF2938B4E}" srcOrd="0" destOrd="0" presId="urn:microsoft.com/office/officeart/2005/8/layout/list1"/>
    <dgm:cxn modelId="{918FB367-F2DD-47B2-8DC3-DAFEDABFFBE5}" srcId="{FDF87CA4-6509-4D8D-90A0-E48CF7F2345D}" destId="{E27FE3D5-F29F-40DF-A24C-7D19D12A70C8}" srcOrd="0" destOrd="0" parTransId="{8A34B4BA-CE3C-4833-9A03-2749964E0E32}" sibTransId="{FB98A8EF-4CF7-4717-8AD8-4C97FA111019}"/>
    <dgm:cxn modelId="{F0F3E648-6413-4811-A120-5EF2E51F7723}" srcId="{B0CBB064-1761-4D38-90AB-F034E3FACE18}" destId="{513583D3-ABAF-4282-BB3A-495D693DDA64}" srcOrd="0" destOrd="0" parTransId="{194E40EB-4449-465E-9EC2-DA8A3C6F550F}" sibTransId="{E24AAEB2-7618-401D-944B-8D59BE200122}"/>
    <dgm:cxn modelId="{96C65B69-E8F6-44B7-A267-F0259BF82B88}" type="presOf" srcId="{E27FE3D5-F29F-40DF-A24C-7D19D12A70C8}" destId="{0F71CEF4-CF33-4099-BCF3-F538CB34115A}" srcOrd="1" destOrd="0" presId="urn:microsoft.com/office/officeart/2005/8/layout/list1"/>
    <dgm:cxn modelId="{4A25076F-2B0A-47AB-AEC0-5FEFA3ED6C8D}" srcId="{E27FE3D5-F29F-40DF-A24C-7D19D12A70C8}" destId="{736205C4-753F-4F21-A96C-8465BBD083FC}" srcOrd="1" destOrd="0" parTransId="{4024C366-E8D3-4C86-95A5-F9D5BD4B4C0B}" sibTransId="{4F53925F-1806-482E-9A7C-22B5C8C097D4}"/>
    <dgm:cxn modelId="{28453E53-7D7E-4068-BEF9-47FC345A4F21}" srcId="{012056AD-7EAA-4C29-B6ED-F29DB39B60C9}" destId="{66302889-113B-4424-B011-ABC4AFC8AC17}" srcOrd="0" destOrd="0" parTransId="{22BC71BC-B782-4E13-B029-D9F3C8A833A6}" sibTransId="{FFDED454-B00B-4C9E-A801-F6D4B28A5615}"/>
    <dgm:cxn modelId="{05D00181-59EC-4B7E-81BB-4ECDE9186642}" srcId="{4BC1A83E-F28E-4108-A5B7-60769522F33C}" destId="{1F911FC8-037E-4720-B6ED-302FB86BE7CA}" srcOrd="1" destOrd="0" parTransId="{E67994C5-51BD-49BE-9076-0B41827438B1}" sibTransId="{6EE3D6E9-87B9-439C-8225-EC7AD370C1A3}"/>
    <dgm:cxn modelId="{5B67D182-4550-41ED-B1D7-7EB7D2457BCF}" type="presOf" srcId="{012056AD-7EAA-4C29-B6ED-F29DB39B60C9}" destId="{14AE87F1-E49C-4359-9157-313064BF42A4}" srcOrd="1" destOrd="0" presId="urn:microsoft.com/office/officeart/2005/8/layout/list1"/>
    <dgm:cxn modelId="{04E70889-E580-4D3A-A0EB-9B360575962B}" srcId="{4BC1A83E-F28E-4108-A5B7-60769522F33C}" destId="{E5EA5C38-5C7C-4511-8197-95F53D80F235}" srcOrd="0" destOrd="0" parTransId="{D0A78447-B2EF-4040-A6F1-7B38BFE8D07E}" sibTransId="{29294411-DF80-415E-9F49-EDCC9D59C40B}"/>
    <dgm:cxn modelId="{316FFD89-F9D4-4DA5-9BF9-373B3E7B11BC}" type="presOf" srcId="{EAE3B834-6ED8-4298-B193-6BA8E0FA1164}" destId="{3BA2E78A-E193-4B61-A0C8-6E9BD0DA4594}" srcOrd="0" destOrd="0" presId="urn:microsoft.com/office/officeart/2005/8/layout/list1"/>
    <dgm:cxn modelId="{D105CE9D-C7A0-4C14-936B-32201B891183}" srcId="{E27FE3D5-F29F-40DF-A24C-7D19D12A70C8}" destId="{81E8619A-C292-47AA-AEDA-762B1F8FB826}" srcOrd="2" destOrd="0" parTransId="{638ACE34-B99E-4177-AE05-B4AB092557C7}" sibTransId="{58C8E11C-4F7E-43F2-AB91-1586A29DAB07}"/>
    <dgm:cxn modelId="{5DC3EDA1-B4A4-49E6-B052-0AC7CEBF58C3}" srcId="{FDF87CA4-6509-4D8D-90A0-E48CF7F2345D}" destId="{4BC1A83E-F28E-4108-A5B7-60769522F33C}" srcOrd="4" destOrd="0" parTransId="{A425ED90-E603-45EA-8262-16906AB8D624}" sibTransId="{6BA59D31-0263-4126-8F1C-07BE900C894A}"/>
    <dgm:cxn modelId="{0769C9A2-7E5F-47BC-B746-4D831EE11455}" srcId="{FDF87CA4-6509-4D8D-90A0-E48CF7F2345D}" destId="{00387266-9D74-407C-BB6D-9D996F387B16}" srcOrd="2" destOrd="0" parTransId="{290A383A-34C8-42BA-B1EF-C3013511410C}" sibTransId="{0D8A809B-42C8-439B-A74B-64A0FAB094FF}"/>
    <dgm:cxn modelId="{1D0F23A4-B22F-4AF5-99CA-9E79393443AF}" type="presOf" srcId="{B0CBB064-1761-4D38-90AB-F034E3FACE18}" destId="{EBF48EF5-87AB-4E90-8D25-8C3DB97A1656}" srcOrd="1" destOrd="0" presId="urn:microsoft.com/office/officeart/2005/8/layout/list1"/>
    <dgm:cxn modelId="{67685FAF-73D9-4B47-BAE8-EE3E13DF7722}" type="presOf" srcId="{E27FE3D5-F29F-40DF-A24C-7D19D12A70C8}" destId="{19995A84-5C3E-47A4-B2DE-076969BB7022}" srcOrd="0" destOrd="0" presId="urn:microsoft.com/office/officeart/2005/8/layout/list1"/>
    <dgm:cxn modelId="{D70F41B2-1846-4575-86A5-1CD11263F9D5}" type="presOf" srcId="{66302889-113B-4424-B011-ABC4AFC8AC17}" destId="{FA99FBF2-6A4E-49D1-AB7D-6F1EDE89C225}" srcOrd="0" destOrd="0" presId="urn:microsoft.com/office/officeart/2005/8/layout/list1"/>
    <dgm:cxn modelId="{D4E8A1B7-80BE-47BE-8184-33A9C4EE5972}" srcId="{FDF87CA4-6509-4D8D-90A0-E48CF7F2345D}" destId="{012056AD-7EAA-4C29-B6ED-F29DB39B60C9}" srcOrd="3" destOrd="0" parTransId="{2A46387A-9ABB-4872-8A1A-3AA988D82579}" sibTransId="{4A70877F-5367-4B81-A6C7-3D0F009C6DFD}"/>
    <dgm:cxn modelId="{A17FF5B9-2989-47E8-B0A6-086C7E3AF98B}" type="presOf" srcId="{012056AD-7EAA-4C29-B6ED-F29DB39B60C9}" destId="{B323768F-9CA7-4064-B026-E028D76FB546}" srcOrd="0" destOrd="0" presId="urn:microsoft.com/office/officeart/2005/8/layout/list1"/>
    <dgm:cxn modelId="{32BA1AC6-5B46-4D89-AB00-A10319516E41}" type="presOf" srcId="{00387266-9D74-407C-BB6D-9D996F387B16}" destId="{8B5E99F5-9593-4880-8650-3610EA03F2A1}" srcOrd="0" destOrd="0" presId="urn:microsoft.com/office/officeart/2005/8/layout/list1"/>
    <dgm:cxn modelId="{12E4E3CF-52FB-4BD0-A198-9CFF60BBBFDE}" srcId="{4BC1A83E-F28E-4108-A5B7-60769522F33C}" destId="{93FB3F31-B85E-44C4-A5EC-673FF2F1FB1D}" srcOrd="2" destOrd="0" parTransId="{351A63B3-EB05-4534-9056-62DC5C600543}" sibTransId="{A62E8538-1670-4091-8FE7-63355A0670E8}"/>
    <dgm:cxn modelId="{199551D0-7D8C-4965-93CE-5CA816EFD794}" srcId="{E27FE3D5-F29F-40DF-A24C-7D19D12A70C8}" destId="{EAE3B834-6ED8-4298-B193-6BA8E0FA1164}" srcOrd="0" destOrd="0" parTransId="{8AEDBD18-89D1-4855-9B66-AE763ADBB3CB}" sibTransId="{D658C940-17F0-41AA-9BE2-6DD484C3BB7D}"/>
    <dgm:cxn modelId="{C93BEAD4-7405-4473-8859-6968EC8DAB62}" type="presOf" srcId="{93FB3F31-B85E-44C4-A5EC-673FF2F1FB1D}" destId="{CD293CBD-B99A-491B-AD59-A20EF3CF7BFB}" srcOrd="0" destOrd="2" presId="urn:microsoft.com/office/officeart/2005/8/layout/list1"/>
    <dgm:cxn modelId="{DA138BDA-32DC-49FB-978C-17687A89C8D5}" type="presOf" srcId="{B0CBB064-1761-4D38-90AB-F034E3FACE18}" destId="{23003385-164E-4F22-8FCE-9E17F13E5C1C}" srcOrd="0" destOrd="0" presId="urn:microsoft.com/office/officeart/2005/8/layout/list1"/>
    <dgm:cxn modelId="{D80930DE-6F83-4E6C-9833-D92B199571C2}" type="presOf" srcId="{E5EA5C38-5C7C-4511-8197-95F53D80F235}" destId="{CD293CBD-B99A-491B-AD59-A20EF3CF7BFB}" srcOrd="0" destOrd="0" presId="urn:microsoft.com/office/officeart/2005/8/layout/list1"/>
    <dgm:cxn modelId="{3F0310E0-B29B-4779-9570-C41DC521AC22}" srcId="{012056AD-7EAA-4C29-B6ED-F29DB39B60C9}" destId="{CA78FF51-6581-4F1C-BDB4-4608A266EC54}" srcOrd="1" destOrd="0" parTransId="{1C9590B4-8F54-49DD-852F-9210084ED803}" sibTransId="{AD957BE8-9384-4818-B029-C043BA858B97}"/>
    <dgm:cxn modelId="{69ED21E2-23AC-4507-9210-48A8AEA582A3}" type="presOf" srcId="{513583D3-ABAF-4282-BB3A-495D693DDA64}" destId="{C9ABF7FA-B382-4E36-AD27-3C81318B5BE4}" srcOrd="0" destOrd="0" presId="urn:microsoft.com/office/officeart/2005/8/layout/list1"/>
    <dgm:cxn modelId="{FF3951E3-C75F-4E78-BAA7-415EAE00C34A}" type="presOf" srcId="{00387266-9D74-407C-BB6D-9D996F387B16}" destId="{05A4A584-040F-476F-9968-7CEE6AC07FD3}" srcOrd="1" destOrd="0" presId="urn:microsoft.com/office/officeart/2005/8/layout/list1"/>
    <dgm:cxn modelId="{C79054E7-ECB5-4619-BE62-1054EA387BB7}" type="presOf" srcId="{4BC1A83E-F28E-4108-A5B7-60769522F33C}" destId="{F33D6E4E-63E2-4FDB-9AC7-FB79F3A261B1}" srcOrd="1" destOrd="0" presId="urn:microsoft.com/office/officeart/2005/8/layout/list1"/>
    <dgm:cxn modelId="{F552A6EC-AA2A-4543-A6F1-52BF9F297948}" srcId="{00387266-9D74-407C-BB6D-9D996F387B16}" destId="{550D178B-9D07-4C52-B37E-35ACFE2971D2}" srcOrd="0" destOrd="0" parTransId="{C9BBB184-81F8-4CCE-8B98-C9B8DA74DA0B}" sibTransId="{3C20E3EC-E583-465D-9C9A-74F551EE1D59}"/>
    <dgm:cxn modelId="{987F4CF9-F284-4044-8871-6D4B773D9E44}" type="presOf" srcId="{196E8C57-4853-4CEC-9E3A-38CE7F24A536}" destId="{12AC4E95-5CEB-41BB-9EEA-31929E230FAA}" srcOrd="0" destOrd="1" presId="urn:microsoft.com/office/officeart/2005/8/layout/list1"/>
    <dgm:cxn modelId="{432E4BFB-A30F-4EA7-82B8-1BF4BFBCE3E2}" type="presOf" srcId="{FDF87CA4-6509-4D8D-90A0-E48CF7F2345D}" destId="{5D398CE9-66BF-4626-BCCE-598C5BC0CE32}" srcOrd="0" destOrd="0" presId="urn:microsoft.com/office/officeart/2005/8/layout/list1"/>
    <dgm:cxn modelId="{46D989FD-1E92-439B-AB2E-ABE476C5430B}" srcId="{00387266-9D74-407C-BB6D-9D996F387B16}" destId="{196E8C57-4853-4CEC-9E3A-38CE7F24A536}" srcOrd="1" destOrd="0" parTransId="{338BA5DB-AC4D-4D69-91DF-0FCF48C0EDC7}" sibTransId="{7846FA47-CE7E-4165-8B84-4484DC00D9D2}"/>
    <dgm:cxn modelId="{3EB54F08-2538-45E4-8FA6-70040E199A82}" type="presParOf" srcId="{5D398CE9-66BF-4626-BCCE-598C5BC0CE32}" destId="{0179176E-B94E-476C-9322-6762FB9CB3D5}" srcOrd="0" destOrd="0" presId="urn:microsoft.com/office/officeart/2005/8/layout/list1"/>
    <dgm:cxn modelId="{8AF59D2C-3240-4584-88A2-DE5F567B142E}" type="presParOf" srcId="{0179176E-B94E-476C-9322-6762FB9CB3D5}" destId="{19995A84-5C3E-47A4-B2DE-076969BB7022}" srcOrd="0" destOrd="0" presId="urn:microsoft.com/office/officeart/2005/8/layout/list1"/>
    <dgm:cxn modelId="{03141535-9D39-4023-87E1-4A64D7D362F8}" type="presParOf" srcId="{0179176E-B94E-476C-9322-6762FB9CB3D5}" destId="{0F71CEF4-CF33-4099-BCF3-F538CB34115A}" srcOrd="1" destOrd="0" presId="urn:microsoft.com/office/officeart/2005/8/layout/list1"/>
    <dgm:cxn modelId="{65FFBE33-CE1D-4FBE-9562-F4679358342F}" type="presParOf" srcId="{5D398CE9-66BF-4626-BCCE-598C5BC0CE32}" destId="{E722033D-AC78-4F15-BB32-22EFD654E064}" srcOrd="1" destOrd="0" presId="urn:microsoft.com/office/officeart/2005/8/layout/list1"/>
    <dgm:cxn modelId="{5FC4F4ED-CA59-4A3C-98CF-546625A57255}" type="presParOf" srcId="{5D398CE9-66BF-4626-BCCE-598C5BC0CE32}" destId="{3BA2E78A-E193-4B61-A0C8-6E9BD0DA4594}" srcOrd="2" destOrd="0" presId="urn:microsoft.com/office/officeart/2005/8/layout/list1"/>
    <dgm:cxn modelId="{8483225D-693E-4523-9B9F-0BBAC30DCB3D}" type="presParOf" srcId="{5D398CE9-66BF-4626-BCCE-598C5BC0CE32}" destId="{1BD4CE54-B3AB-4008-87F8-304EC0394636}" srcOrd="3" destOrd="0" presId="urn:microsoft.com/office/officeart/2005/8/layout/list1"/>
    <dgm:cxn modelId="{851AD3D4-D011-4E7D-AAB2-EC687EADD8DE}" type="presParOf" srcId="{5D398CE9-66BF-4626-BCCE-598C5BC0CE32}" destId="{569DF79C-AAF1-4E05-BE3B-EFBB0DDE3815}" srcOrd="4" destOrd="0" presId="urn:microsoft.com/office/officeart/2005/8/layout/list1"/>
    <dgm:cxn modelId="{81199101-D6AB-4768-A767-8A6E1F97C4DA}" type="presParOf" srcId="{569DF79C-AAF1-4E05-BE3B-EFBB0DDE3815}" destId="{23003385-164E-4F22-8FCE-9E17F13E5C1C}" srcOrd="0" destOrd="0" presId="urn:microsoft.com/office/officeart/2005/8/layout/list1"/>
    <dgm:cxn modelId="{C18DAD7F-B788-4B60-A5FA-47545BAF9E02}" type="presParOf" srcId="{569DF79C-AAF1-4E05-BE3B-EFBB0DDE3815}" destId="{EBF48EF5-87AB-4E90-8D25-8C3DB97A1656}" srcOrd="1" destOrd="0" presId="urn:microsoft.com/office/officeart/2005/8/layout/list1"/>
    <dgm:cxn modelId="{4C19FDE2-2CCD-4D65-A4C9-431DBF4B621A}" type="presParOf" srcId="{5D398CE9-66BF-4626-BCCE-598C5BC0CE32}" destId="{B9C217DA-F326-4994-8466-CAB7F3BBA213}" srcOrd="5" destOrd="0" presId="urn:microsoft.com/office/officeart/2005/8/layout/list1"/>
    <dgm:cxn modelId="{227A8556-5609-4EB7-A231-9ACE4375C9B0}" type="presParOf" srcId="{5D398CE9-66BF-4626-BCCE-598C5BC0CE32}" destId="{C9ABF7FA-B382-4E36-AD27-3C81318B5BE4}" srcOrd="6" destOrd="0" presId="urn:microsoft.com/office/officeart/2005/8/layout/list1"/>
    <dgm:cxn modelId="{E4306F30-06E9-475E-98C3-DFDE9A0B27FA}" type="presParOf" srcId="{5D398CE9-66BF-4626-BCCE-598C5BC0CE32}" destId="{DCA4BEC7-3910-460E-B175-B21920A599A2}" srcOrd="7" destOrd="0" presId="urn:microsoft.com/office/officeart/2005/8/layout/list1"/>
    <dgm:cxn modelId="{6D37B4BF-3A22-415D-9D8E-0F694A97304B}" type="presParOf" srcId="{5D398CE9-66BF-4626-BCCE-598C5BC0CE32}" destId="{E098FCE0-3C68-4618-B481-6CD8389D2875}" srcOrd="8" destOrd="0" presId="urn:microsoft.com/office/officeart/2005/8/layout/list1"/>
    <dgm:cxn modelId="{24C39268-7805-4EB6-BD76-594DEF6397A4}" type="presParOf" srcId="{E098FCE0-3C68-4618-B481-6CD8389D2875}" destId="{8B5E99F5-9593-4880-8650-3610EA03F2A1}" srcOrd="0" destOrd="0" presId="urn:microsoft.com/office/officeart/2005/8/layout/list1"/>
    <dgm:cxn modelId="{A0B67394-5262-43B9-8255-317BF11261A9}" type="presParOf" srcId="{E098FCE0-3C68-4618-B481-6CD8389D2875}" destId="{05A4A584-040F-476F-9968-7CEE6AC07FD3}" srcOrd="1" destOrd="0" presId="urn:microsoft.com/office/officeart/2005/8/layout/list1"/>
    <dgm:cxn modelId="{28BA6519-7641-40DF-A37C-3518601E5008}" type="presParOf" srcId="{5D398CE9-66BF-4626-BCCE-598C5BC0CE32}" destId="{F61FFE42-3874-42C7-A897-E78FB5251DCA}" srcOrd="9" destOrd="0" presId="urn:microsoft.com/office/officeart/2005/8/layout/list1"/>
    <dgm:cxn modelId="{6A8EFD32-99F3-4116-A866-B01471553496}" type="presParOf" srcId="{5D398CE9-66BF-4626-BCCE-598C5BC0CE32}" destId="{12AC4E95-5CEB-41BB-9EEA-31929E230FAA}" srcOrd="10" destOrd="0" presId="urn:microsoft.com/office/officeart/2005/8/layout/list1"/>
    <dgm:cxn modelId="{3088F49B-6E51-4B9C-8966-148BBBEE743F}" type="presParOf" srcId="{5D398CE9-66BF-4626-BCCE-598C5BC0CE32}" destId="{7C71B7DA-EF82-46FE-BA9C-CDDD8888A897}" srcOrd="11" destOrd="0" presId="urn:microsoft.com/office/officeart/2005/8/layout/list1"/>
    <dgm:cxn modelId="{67DF68D5-B69F-4CE9-8E3D-3B8621C9E654}" type="presParOf" srcId="{5D398CE9-66BF-4626-BCCE-598C5BC0CE32}" destId="{37BF815B-0F20-4868-B8FA-E2E88FFDABF8}" srcOrd="12" destOrd="0" presId="urn:microsoft.com/office/officeart/2005/8/layout/list1"/>
    <dgm:cxn modelId="{A3A5C7A8-20FF-4B6D-A1AA-241A58DF38F3}" type="presParOf" srcId="{37BF815B-0F20-4868-B8FA-E2E88FFDABF8}" destId="{B323768F-9CA7-4064-B026-E028D76FB546}" srcOrd="0" destOrd="0" presId="urn:microsoft.com/office/officeart/2005/8/layout/list1"/>
    <dgm:cxn modelId="{AF41A8A2-2118-4064-8512-7876C9ACCAE7}" type="presParOf" srcId="{37BF815B-0F20-4868-B8FA-E2E88FFDABF8}" destId="{14AE87F1-E49C-4359-9157-313064BF42A4}" srcOrd="1" destOrd="0" presId="urn:microsoft.com/office/officeart/2005/8/layout/list1"/>
    <dgm:cxn modelId="{4AA60899-5827-4C08-82E2-AA43D0BF5295}" type="presParOf" srcId="{5D398CE9-66BF-4626-BCCE-598C5BC0CE32}" destId="{76CF3E00-56F1-42AA-955E-D7FBD3971A12}" srcOrd="13" destOrd="0" presId="urn:microsoft.com/office/officeart/2005/8/layout/list1"/>
    <dgm:cxn modelId="{CDB398FC-6545-4C47-8B0E-77355D469C58}" type="presParOf" srcId="{5D398CE9-66BF-4626-BCCE-598C5BC0CE32}" destId="{FA99FBF2-6A4E-49D1-AB7D-6F1EDE89C225}" srcOrd="14" destOrd="0" presId="urn:microsoft.com/office/officeart/2005/8/layout/list1"/>
    <dgm:cxn modelId="{1DE97A6F-BE54-45B9-B8BA-7B388765F578}" type="presParOf" srcId="{5D398CE9-66BF-4626-BCCE-598C5BC0CE32}" destId="{573FB2D9-43A5-4F44-96A2-83B9D609306A}" srcOrd="15" destOrd="0" presId="urn:microsoft.com/office/officeart/2005/8/layout/list1"/>
    <dgm:cxn modelId="{6C58FFDC-0D63-47E7-8140-F61D1D4BA02D}" type="presParOf" srcId="{5D398CE9-66BF-4626-BCCE-598C5BC0CE32}" destId="{70B2C97A-D387-4F10-976F-B5ACB98DA320}" srcOrd="16" destOrd="0" presId="urn:microsoft.com/office/officeart/2005/8/layout/list1"/>
    <dgm:cxn modelId="{F5B49AC4-1596-429E-A6F8-75453D559F19}" type="presParOf" srcId="{70B2C97A-D387-4F10-976F-B5ACB98DA320}" destId="{8075C91E-5F2E-4BD2-8E50-F53FF2938B4E}" srcOrd="0" destOrd="0" presId="urn:microsoft.com/office/officeart/2005/8/layout/list1"/>
    <dgm:cxn modelId="{83C536AA-D759-4160-9067-02EF8AC80D1E}" type="presParOf" srcId="{70B2C97A-D387-4F10-976F-B5ACB98DA320}" destId="{F33D6E4E-63E2-4FDB-9AC7-FB79F3A261B1}" srcOrd="1" destOrd="0" presId="urn:microsoft.com/office/officeart/2005/8/layout/list1"/>
    <dgm:cxn modelId="{A39F2444-25CD-4808-901E-5A51BA20862F}" type="presParOf" srcId="{5D398CE9-66BF-4626-BCCE-598C5BC0CE32}" destId="{411481E1-B6C4-4DC5-9172-3A91EA70B359}" srcOrd="17" destOrd="0" presId="urn:microsoft.com/office/officeart/2005/8/layout/list1"/>
    <dgm:cxn modelId="{2762C3BD-54C7-4E66-91AB-48BF00515C83}" type="presParOf" srcId="{5D398CE9-66BF-4626-BCCE-598C5BC0CE32}" destId="{CD293CBD-B99A-491B-AD59-A20EF3CF7BF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DF87CA4-6509-4D8D-90A0-E48CF7F2345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7FE3D5-F29F-40DF-A24C-7D19D12A70C8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Vision Backbone Evolution</a:t>
          </a:r>
        </a:p>
      </dgm:t>
    </dgm:pt>
    <dgm:pt modelId="{8A34B4BA-CE3C-4833-9A03-2749964E0E32}" type="parTrans" cxnId="{918FB367-F2DD-47B2-8DC3-DAFEDABFFBE5}">
      <dgm:prSet/>
      <dgm:spPr/>
      <dgm:t>
        <a:bodyPr/>
        <a:lstStyle/>
        <a:p>
          <a:endParaRPr lang="en-US" sz="2000"/>
        </a:p>
      </dgm:t>
    </dgm:pt>
    <dgm:pt modelId="{FB98A8EF-4CF7-4717-8AD8-4C97FA111019}" type="sibTrans" cxnId="{918FB367-F2DD-47B2-8DC3-DAFEDABFFBE5}">
      <dgm:prSet/>
      <dgm:spPr/>
      <dgm:t>
        <a:bodyPr/>
        <a:lstStyle/>
        <a:p>
          <a:endParaRPr lang="en-US" sz="2000"/>
        </a:p>
      </dgm:t>
    </dgm:pt>
    <dgm:pt modelId="{B0CBB064-1761-4D38-90AB-F034E3FACE18}">
      <dgm:prSet phldrT="[Κείμενο]" custT="1"/>
      <dgm:spPr/>
      <dgm:t>
        <a:bodyPr/>
        <a:lstStyle/>
        <a:p>
          <a:pPr>
            <a:buNone/>
          </a:pPr>
          <a:r>
            <a:rPr lang="en-US" sz="1400" dirty="0" err="1"/>
            <a:t>MambaVision</a:t>
          </a:r>
          <a:endParaRPr lang="en-US" sz="1400" dirty="0"/>
        </a:p>
      </dgm:t>
    </dgm:pt>
    <dgm:pt modelId="{E3689061-FAD6-4F70-9BC8-00ED9F291377}" type="parTrans" cxnId="{70634A35-1C2C-48C1-B5B7-B164D44612B0}">
      <dgm:prSet/>
      <dgm:spPr/>
      <dgm:t>
        <a:bodyPr/>
        <a:lstStyle/>
        <a:p>
          <a:endParaRPr lang="en-US" sz="2000"/>
        </a:p>
      </dgm:t>
    </dgm:pt>
    <dgm:pt modelId="{08C1C468-5D1D-4DD4-9D94-AE8EBEDA2A1F}" type="sibTrans" cxnId="{70634A35-1C2C-48C1-B5B7-B164D44612B0}">
      <dgm:prSet/>
      <dgm:spPr/>
      <dgm:t>
        <a:bodyPr/>
        <a:lstStyle/>
        <a:p>
          <a:endParaRPr lang="en-US" sz="2000"/>
        </a:p>
      </dgm:t>
    </dgm:pt>
    <dgm:pt modelId="{00387266-9D74-407C-BB6D-9D996F387B16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Key Innovations</a:t>
          </a:r>
        </a:p>
      </dgm:t>
    </dgm:pt>
    <dgm:pt modelId="{290A383A-34C8-42BA-B1EF-C3013511410C}" type="parTrans" cxnId="{0769C9A2-7E5F-47BC-B746-4D831EE11455}">
      <dgm:prSet/>
      <dgm:spPr/>
      <dgm:t>
        <a:bodyPr/>
        <a:lstStyle/>
        <a:p>
          <a:endParaRPr lang="en-US" sz="2000"/>
        </a:p>
      </dgm:t>
    </dgm:pt>
    <dgm:pt modelId="{0D8A809B-42C8-439B-A74B-64A0FAB094FF}" type="sibTrans" cxnId="{0769C9A2-7E5F-47BC-B746-4D831EE11455}">
      <dgm:prSet/>
      <dgm:spPr/>
      <dgm:t>
        <a:bodyPr/>
        <a:lstStyle/>
        <a:p>
          <a:endParaRPr lang="en-US" sz="2000"/>
        </a:p>
      </dgm:t>
    </dgm:pt>
    <dgm:pt modelId="{012056AD-7EAA-4C29-B6ED-F29DB39B60C9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Performance Breakthrough</a:t>
          </a:r>
        </a:p>
      </dgm:t>
    </dgm:pt>
    <dgm:pt modelId="{2A46387A-9ABB-4872-8A1A-3AA988D82579}" type="parTrans" cxnId="{D4E8A1B7-80BE-47BE-8184-33A9C4EE5972}">
      <dgm:prSet/>
      <dgm:spPr/>
      <dgm:t>
        <a:bodyPr/>
        <a:lstStyle/>
        <a:p>
          <a:endParaRPr lang="en-US" sz="2000"/>
        </a:p>
      </dgm:t>
    </dgm:pt>
    <dgm:pt modelId="{4A70877F-5367-4B81-A6C7-3D0F009C6DFD}" type="sibTrans" cxnId="{D4E8A1B7-80BE-47BE-8184-33A9C4EE5972}">
      <dgm:prSet/>
      <dgm:spPr/>
      <dgm:t>
        <a:bodyPr/>
        <a:lstStyle/>
        <a:p>
          <a:endParaRPr lang="en-US" sz="2000"/>
        </a:p>
      </dgm:t>
    </dgm:pt>
    <dgm:pt modelId="{4BC1A83E-F28E-4108-A5B7-60769522F33C}">
      <dgm:prSet phldrT="[Κείμενο]" custT="1"/>
      <dgm:spPr/>
      <dgm:t>
        <a:bodyPr/>
        <a:lstStyle/>
        <a:p>
          <a:pPr>
            <a:buNone/>
          </a:pPr>
          <a:r>
            <a:rPr lang="en-US" sz="1400" dirty="0"/>
            <a:t>Broader Impact</a:t>
          </a:r>
        </a:p>
      </dgm:t>
    </dgm:pt>
    <dgm:pt modelId="{A425ED90-E603-45EA-8262-16906AB8D624}" type="parTrans" cxnId="{5DC3EDA1-B4A4-49E6-B052-0AC7CEBF58C3}">
      <dgm:prSet/>
      <dgm:spPr/>
      <dgm:t>
        <a:bodyPr/>
        <a:lstStyle/>
        <a:p>
          <a:endParaRPr lang="en-US" sz="2000"/>
        </a:p>
      </dgm:t>
    </dgm:pt>
    <dgm:pt modelId="{6BA59D31-0263-4126-8F1C-07BE900C894A}" type="sibTrans" cxnId="{5DC3EDA1-B4A4-49E6-B052-0AC7CEBF58C3}">
      <dgm:prSet/>
      <dgm:spPr/>
      <dgm:t>
        <a:bodyPr/>
        <a:lstStyle/>
        <a:p>
          <a:endParaRPr lang="en-US" sz="2000"/>
        </a:p>
      </dgm:t>
    </dgm:pt>
    <dgm:pt modelId="{EAE3B834-6ED8-4298-B193-6BA8E0FA11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CNNs: Efficient, local (translation invariance)</a:t>
          </a:r>
        </a:p>
      </dgm:t>
    </dgm:pt>
    <dgm:pt modelId="{8AEDBD18-89D1-4855-9B66-AE763ADBB3CB}" type="parTrans" cxnId="{199551D0-7D8C-4965-93CE-5CA816EFD794}">
      <dgm:prSet/>
      <dgm:spPr/>
      <dgm:t>
        <a:bodyPr/>
        <a:lstStyle/>
        <a:p>
          <a:endParaRPr lang="en-US" sz="2000"/>
        </a:p>
      </dgm:t>
    </dgm:pt>
    <dgm:pt modelId="{D658C940-17F0-41AA-9BE2-6DD484C3BB7D}" type="sibTrans" cxnId="{199551D0-7D8C-4965-93CE-5CA816EFD794}">
      <dgm:prSet/>
      <dgm:spPr/>
      <dgm:t>
        <a:bodyPr/>
        <a:lstStyle/>
        <a:p>
          <a:endParaRPr lang="en-US" sz="2000"/>
        </a:p>
      </dgm:t>
    </dgm:pt>
    <dgm:pt modelId="{736205C4-753F-4F21-A96C-8465BBD083FC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 err="1"/>
            <a:t>ViTs</a:t>
          </a:r>
          <a:r>
            <a:rPr lang="en-US" sz="1400" dirty="0"/>
            <a:t>: Global context via self-attention, but quadratic cost</a:t>
          </a:r>
        </a:p>
      </dgm:t>
    </dgm:pt>
    <dgm:pt modelId="{4024C366-E8D3-4C86-95A5-F9D5BD4B4C0B}" type="parTrans" cxnId="{4A25076F-2B0A-47AB-AEC0-5FEFA3ED6C8D}">
      <dgm:prSet/>
      <dgm:spPr/>
      <dgm:t>
        <a:bodyPr/>
        <a:lstStyle/>
        <a:p>
          <a:endParaRPr lang="en-US" sz="2000"/>
        </a:p>
      </dgm:t>
    </dgm:pt>
    <dgm:pt modelId="{4F53925F-1806-482E-9A7C-22B5C8C097D4}" type="sibTrans" cxnId="{4A25076F-2B0A-47AB-AEC0-5FEFA3ED6C8D}">
      <dgm:prSet/>
      <dgm:spPr/>
      <dgm:t>
        <a:bodyPr/>
        <a:lstStyle/>
        <a:p>
          <a:endParaRPr lang="en-US" sz="2000"/>
        </a:p>
      </dgm:t>
    </dgm:pt>
    <dgm:pt modelId="{81E8619A-C292-47AA-AEDA-762B1F8FB82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SSMs (Mamba): Linear-time modeling, strong in language, challenging for 2D non-causal images</a:t>
          </a:r>
        </a:p>
      </dgm:t>
    </dgm:pt>
    <dgm:pt modelId="{638ACE34-B99E-4177-AE05-B4AB092557C7}" type="parTrans" cxnId="{D105CE9D-C7A0-4C14-936B-32201B891183}">
      <dgm:prSet/>
      <dgm:spPr/>
      <dgm:t>
        <a:bodyPr/>
        <a:lstStyle/>
        <a:p>
          <a:endParaRPr lang="en-US" sz="2000"/>
        </a:p>
      </dgm:t>
    </dgm:pt>
    <dgm:pt modelId="{58C8E11C-4F7E-43F2-AB91-1586A29DAB07}" type="sibTrans" cxnId="{D105CE9D-C7A0-4C14-936B-32201B891183}">
      <dgm:prSet/>
      <dgm:spPr/>
      <dgm:t>
        <a:bodyPr/>
        <a:lstStyle/>
        <a:p>
          <a:endParaRPr lang="en-US" sz="2000"/>
        </a:p>
      </dgm:t>
    </dgm:pt>
    <dgm:pt modelId="{513583D3-ABAF-4282-BB3A-495D693DDA6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Novel hybrid architecture: CNN + SSM (Mamba) + Transformer</a:t>
          </a:r>
        </a:p>
      </dgm:t>
    </dgm:pt>
    <dgm:pt modelId="{194E40EB-4449-465E-9EC2-DA8A3C6F550F}" type="parTrans" cxnId="{F0F3E648-6413-4811-A120-5EF2E51F7723}">
      <dgm:prSet/>
      <dgm:spPr/>
      <dgm:t>
        <a:bodyPr/>
        <a:lstStyle/>
        <a:p>
          <a:endParaRPr lang="en-US" sz="2000"/>
        </a:p>
      </dgm:t>
    </dgm:pt>
    <dgm:pt modelId="{E24AAEB2-7618-401D-944B-8D59BE200122}" type="sibTrans" cxnId="{F0F3E648-6413-4811-A120-5EF2E51F7723}">
      <dgm:prSet/>
      <dgm:spPr/>
      <dgm:t>
        <a:bodyPr/>
        <a:lstStyle/>
        <a:p>
          <a:endParaRPr lang="en-US" sz="2000"/>
        </a:p>
      </dgm:t>
    </dgm:pt>
    <dgm:pt modelId="{550D178B-9D07-4C52-B37E-35ACFE2971D2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/>
            <a:t>Redesigned "vision-friendly" Mamba block: Removes causality, adds symmetric branches</a:t>
          </a:r>
          <a:endParaRPr lang="en-US" sz="1400" dirty="0"/>
        </a:p>
      </dgm:t>
    </dgm:pt>
    <dgm:pt modelId="{C9BBB184-81F8-4CCE-8B98-C9B8DA74DA0B}" type="parTrans" cxnId="{F552A6EC-AA2A-4543-A6F1-52BF9F297948}">
      <dgm:prSet/>
      <dgm:spPr/>
      <dgm:t>
        <a:bodyPr/>
        <a:lstStyle/>
        <a:p>
          <a:endParaRPr lang="en-US" sz="2000"/>
        </a:p>
      </dgm:t>
    </dgm:pt>
    <dgm:pt modelId="{3C20E3EC-E583-465D-9C9A-74F551EE1D59}" type="sibTrans" cxnId="{F552A6EC-AA2A-4543-A6F1-52BF9F297948}">
      <dgm:prSet/>
      <dgm:spPr/>
      <dgm:t>
        <a:bodyPr/>
        <a:lstStyle/>
        <a:p>
          <a:endParaRPr lang="en-US" sz="2000"/>
        </a:p>
      </dgm:t>
    </dgm:pt>
    <dgm:pt modelId="{196E8C57-4853-4CEC-9E3A-38CE7F24A536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/>
            <a:t>Self-attention integrated only in final stages → balances efficiency &amp; global modeling</a:t>
          </a:r>
          <a:endParaRPr lang="en-US" sz="1400" dirty="0"/>
        </a:p>
      </dgm:t>
    </dgm:pt>
    <dgm:pt modelId="{338BA5DB-AC4D-4D69-91DF-0FCF48C0EDC7}" type="parTrans" cxnId="{46D989FD-1E92-439B-AB2E-ABE476C5430B}">
      <dgm:prSet/>
      <dgm:spPr/>
      <dgm:t>
        <a:bodyPr/>
        <a:lstStyle/>
        <a:p>
          <a:endParaRPr lang="en-US" sz="2000"/>
        </a:p>
      </dgm:t>
    </dgm:pt>
    <dgm:pt modelId="{7846FA47-CE7E-4165-8B84-4484DC00D9D2}" type="sibTrans" cxnId="{46D989FD-1E92-439B-AB2E-ABE476C5430B}">
      <dgm:prSet/>
      <dgm:spPr/>
      <dgm:t>
        <a:bodyPr/>
        <a:lstStyle/>
        <a:p>
          <a:endParaRPr lang="en-US" sz="2000"/>
        </a:p>
      </dgm:t>
    </dgm:pt>
    <dgm:pt modelId="{66302889-113B-4424-B011-ABC4AFC8AC17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Achieves new state-of-the-art Pareto front on ImageNet-1K</a:t>
          </a:r>
        </a:p>
      </dgm:t>
    </dgm:pt>
    <dgm:pt modelId="{22BC71BC-B782-4E13-B029-D9F3C8A833A6}" type="parTrans" cxnId="{28453E53-7D7E-4068-BEF9-47FC345A4F21}">
      <dgm:prSet/>
      <dgm:spPr/>
      <dgm:t>
        <a:bodyPr/>
        <a:lstStyle/>
        <a:p>
          <a:endParaRPr lang="en-US" sz="2000"/>
        </a:p>
      </dgm:t>
    </dgm:pt>
    <dgm:pt modelId="{FFDED454-B00B-4C9E-A801-F6D4B28A5615}" type="sibTrans" cxnId="{28453E53-7D7E-4068-BEF9-47FC345A4F21}">
      <dgm:prSet/>
      <dgm:spPr/>
      <dgm:t>
        <a:bodyPr/>
        <a:lstStyle/>
        <a:p>
          <a:endParaRPr lang="en-US" sz="2000"/>
        </a:p>
      </dgm:t>
    </dgm:pt>
    <dgm:pt modelId="{CA78FF51-6581-4F1C-BDB4-4608A266EC54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Superior Top-1 accuracy and image throughput tradeoff</a:t>
          </a:r>
        </a:p>
      </dgm:t>
    </dgm:pt>
    <dgm:pt modelId="{1C9590B4-8F54-49DD-852F-9210084ED803}" type="parTrans" cxnId="{3F0310E0-B29B-4779-9570-C41DC521AC22}">
      <dgm:prSet/>
      <dgm:spPr/>
      <dgm:t>
        <a:bodyPr/>
        <a:lstStyle/>
        <a:p>
          <a:endParaRPr lang="en-US" sz="2000"/>
        </a:p>
      </dgm:t>
    </dgm:pt>
    <dgm:pt modelId="{AD957BE8-9384-4818-B029-C043BA858B97}" type="sibTrans" cxnId="{3F0310E0-B29B-4779-9570-C41DC521AC22}">
      <dgm:prSet/>
      <dgm:spPr/>
      <dgm:t>
        <a:bodyPr/>
        <a:lstStyle/>
        <a:p>
          <a:endParaRPr lang="en-US" sz="2000"/>
        </a:p>
      </dgm:t>
    </dgm:pt>
    <dgm:pt modelId="{E5EA5C38-5C7C-4511-8197-95F53D80F235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Strong results in downstream tasks: object detection, semantic segmentation</a:t>
          </a:r>
        </a:p>
      </dgm:t>
    </dgm:pt>
    <dgm:pt modelId="{D0A78447-B2EF-4040-A6F1-7B38BFE8D07E}" type="parTrans" cxnId="{04E70889-E580-4D3A-A0EB-9B360575962B}">
      <dgm:prSet/>
      <dgm:spPr/>
      <dgm:t>
        <a:bodyPr/>
        <a:lstStyle/>
        <a:p>
          <a:endParaRPr lang="en-US" sz="2000"/>
        </a:p>
      </dgm:t>
    </dgm:pt>
    <dgm:pt modelId="{29294411-DF80-415E-9F49-EDCC9D59C40B}" type="sibTrans" cxnId="{04E70889-E580-4D3A-A0EB-9B360575962B}">
      <dgm:prSet/>
      <dgm:spPr/>
      <dgm:t>
        <a:bodyPr/>
        <a:lstStyle/>
        <a:p>
          <a:endParaRPr lang="en-US" sz="2000"/>
        </a:p>
      </dgm:t>
    </dgm:pt>
    <dgm:pt modelId="{1F911FC8-037E-4720-B6ED-302FB86BE7CA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Scalable for foundation model pre-training</a:t>
          </a:r>
        </a:p>
      </dgm:t>
    </dgm:pt>
    <dgm:pt modelId="{E67994C5-51BD-49BE-9076-0B41827438B1}" type="parTrans" cxnId="{05D00181-59EC-4B7E-81BB-4ECDE9186642}">
      <dgm:prSet/>
      <dgm:spPr/>
      <dgm:t>
        <a:bodyPr/>
        <a:lstStyle/>
        <a:p>
          <a:endParaRPr lang="en-US" sz="2000"/>
        </a:p>
      </dgm:t>
    </dgm:pt>
    <dgm:pt modelId="{6EE3D6E9-87B9-439C-8225-EC7AD370C1A3}" type="sibTrans" cxnId="{05D00181-59EC-4B7E-81BB-4ECDE9186642}">
      <dgm:prSet/>
      <dgm:spPr/>
      <dgm:t>
        <a:bodyPr/>
        <a:lstStyle/>
        <a:p>
          <a:endParaRPr lang="en-US" sz="2000"/>
        </a:p>
      </dgm:t>
    </dgm:pt>
    <dgm:pt modelId="{93FB3F31-B85E-44C4-A5EC-673FF2F1FB1D}">
      <dgm:prSet phldrT="[Κείμενο]" custT="1"/>
      <dgm:spPr/>
      <dgm:t>
        <a:bodyPr lIns="182880" tIns="274320" rIns="182880" bIns="91440"/>
        <a:lstStyle/>
        <a:p>
          <a:pPr>
            <a:buNone/>
          </a:pPr>
          <a:r>
            <a:rPr lang="en-US" sz="1400" dirty="0"/>
            <a:t>Blueprint for next-gen efficient, high-performance vision backbones</a:t>
          </a:r>
        </a:p>
      </dgm:t>
    </dgm:pt>
    <dgm:pt modelId="{351A63B3-EB05-4534-9056-62DC5C600543}" type="parTrans" cxnId="{12E4E3CF-52FB-4BD0-A198-9CFF60BBBFDE}">
      <dgm:prSet/>
      <dgm:spPr/>
      <dgm:t>
        <a:bodyPr/>
        <a:lstStyle/>
        <a:p>
          <a:endParaRPr lang="en-US" sz="2000"/>
        </a:p>
      </dgm:t>
    </dgm:pt>
    <dgm:pt modelId="{A62E8538-1670-4091-8FE7-63355A0670E8}" type="sibTrans" cxnId="{12E4E3CF-52FB-4BD0-A198-9CFF60BBBFDE}">
      <dgm:prSet/>
      <dgm:spPr/>
      <dgm:t>
        <a:bodyPr/>
        <a:lstStyle/>
        <a:p>
          <a:endParaRPr lang="en-US" sz="2000"/>
        </a:p>
      </dgm:t>
    </dgm:pt>
    <dgm:pt modelId="{5D398CE9-66BF-4626-BCCE-598C5BC0CE32}" type="pres">
      <dgm:prSet presAssocID="{FDF87CA4-6509-4D8D-90A0-E48CF7F2345D}" presName="linear" presStyleCnt="0">
        <dgm:presLayoutVars>
          <dgm:dir/>
          <dgm:animLvl val="lvl"/>
          <dgm:resizeHandles val="exact"/>
        </dgm:presLayoutVars>
      </dgm:prSet>
      <dgm:spPr/>
    </dgm:pt>
    <dgm:pt modelId="{0179176E-B94E-476C-9322-6762FB9CB3D5}" type="pres">
      <dgm:prSet presAssocID="{E27FE3D5-F29F-40DF-A24C-7D19D12A70C8}" presName="parentLin" presStyleCnt="0"/>
      <dgm:spPr/>
    </dgm:pt>
    <dgm:pt modelId="{19995A84-5C3E-47A4-B2DE-076969BB7022}" type="pres">
      <dgm:prSet presAssocID="{E27FE3D5-F29F-40DF-A24C-7D19D12A70C8}" presName="parentLeftMargin" presStyleLbl="node1" presStyleIdx="0" presStyleCnt="5"/>
      <dgm:spPr/>
    </dgm:pt>
    <dgm:pt modelId="{0F71CEF4-CF33-4099-BCF3-F538CB34115A}" type="pres">
      <dgm:prSet presAssocID="{E27FE3D5-F29F-40DF-A24C-7D19D12A70C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722033D-AC78-4F15-BB32-22EFD654E064}" type="pres">
      <dgm:prSet presAssocID="{E27FE3D5-F29F-40DF-A24C-7D19D12A70C8}" presName="negativeSpace" presStyleCnt="0"/>
      <dgm:spPr/>
    </dgm:pt>
    <dgm:pt modelId="{3BA2E78A-E193-4B61-A0C8-6E9BD0DA4594}" type="pres">
      <dgm:prSet presAssocID="{E27FE3D5-F29F-40DF-A24C-7D19D12A70C8}" presName="childText" presStyleLbl="conFgAcc1" presStyleIdx="0" presStyleCnt="5">
        <dgm:presLayoutVars>
          <dgm:bulletEnabled val="1"/>
        </dgm:presLayoutVars>
      </dgm:prSet>
      <dgm:spPr/>
    </dgm:pt>
    <dgm:pt modelId="{1BD4CE54-B3AB-4008-87F8-304EC0394636}" type="pres">
      <dgm:prSet presAssocID="{FB98A8EF-4CF7-4717-8AD8-4C97FA111019}" presName="spaceBetweenRectangles" presStyleCnt="0"/>
      <dgm:spPr/>
    </dgm:pt>
    <dgm:pt modelId="{569DF79C-AAF1-4E05-BE3B-EFBB0DDE3815}" type="pres">
      <dgm:prSet presAssocID="{B0CBB064-1761-4D38-90AB-F034E3FACE18}" presName="parentLin" presStyleCnt="0"/>
      <dgm:spPr/>
    </dgm:pt>
    <dgm:pt modelId="{23003385-164E-4F22-8FCE-9E17F13E5C1C}" type="pres">
      <dgm:prSet presAssocID="{B0CBB064-1761-4D38-90AB-F034E3FACE18}" presName="parentLeftMargin" presStyleLbl="node1" presStyleIdx="0" presStyleCnt="5"/>
      <dgm:spPr/>
    </dgm:pt>
    <dgm:pt modelId="{EBF48EF5-87AB-4E90-8D25-8C3DB97A1656}" type="pres">
      <dgm:prSet presAssocID="{B0CBB064-1761-4D38-90AB-F034E3FACE1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9C217DA-F326-4994-8466-CAB7F3BBA213}" type="pres">
      <dgm:prSet presAssocID="{B0CBB064-1761-4D38-90AB-F034E3FACE18}" presName="negativeSpace" presStyleCnt="0"/>
      <dgm:spPr/>
    </dgm:pt>
    <dgm:pt modelId="{C9ABF7FA-B382-4E36-AD27-3C81318B5BE4}" type="pres">
      <dgm:prSet presAssocID="{B0CBB064-1761-4D38-90AB-F034E3FACE18}" presName="childText" presStyleLbl="conFgAcc1" presStyleIdx="1" presStyleCnt="5">
        <dgm:presLayoutVars>
          <dgm:bulletEnabled val="1"/>
        </dgm:presLayoutVars>
      </dgm:prSet>
      <dgm:spPr/>
    </dgm:pt>
    <dgm:pt modelId="{DCA4BEC7-3910-460E-B175-B21920A599A2}" type="pres">
      <dgm:prSet presAssocID="{08C1C468-5D1D-4DD4-9D94-AE8EBEDA2A1F}" presName="spaceBetweenRectangles" presStyleCnt="0"/>
      <dgm:spPr/>
    </dgm:pt>
    <dgm:pt modelId="{E098FCE0-3C68-4618-B481-6CD8389D2875}" type="pres">
      <dgm:prSet presAssocID="{00387266-9D74-407C-BB6D-9D996F387B16}" presName="parentLin" presStyleCnt="0"/>
      <dgm:spPr/>
    </dgm:pt>
    <dgm:pt modelId="{8B5E99F5-9593-4880-8650-3610EA03F2A1}" type="pres">
      <dgm:prSet presAssocID="{00387266-9D74-407C-BB6D-9D996F387B16}" presName="parentLeftMargin" presStyleLbl="node1" presStyleIdx="1" presStyleCnt="5"/>
      <dgm:spPr/>
    </dgm:pt>
    <dgm:pt modelId="{05A4A584-040F-476F-9968-7CEE6AC07FD3}" type="pres">
      <dgm:prSet presAssocID="{00387266-9D74-407C-BB6D-9D996F387B1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61FFE42-3874-42C7-A897-E78FB5251DCA}" type="pres">
      <dgm:prSet presAssocID="{00387266-9D74-407C-BB6D-9D996F387B16}" presName="negativeSpace" presStyleCnt="0"/>
      <dgm:spPr/>
    </dgm:pt>
    <dgm:pt modelId="{12AC4E95-5CEB-41BB-9EEA-31929E230FAA}" type="pres">
      <dgm:prSet presAssocID="{00387266-9D74-407C-BB6D-9D996F387B16}" presName="childText" presStyleLbl="conFgAcc1" presStyleIdx="2" presStyleCnt="5">
        <dgm:presLayoutVars>
          <dgm:bulletEnabled val="1"/>
        </dgm:presLayoutVars>
      </dgm:prSet>
      <dgm:spPr/>
    </dgm:pt>
    <dgm:pt modelId="{7C71B7DA-EF82-46FE-BA9C-CDDD8888A897}" type="pres">
      <dgm:prSet presAssocID="{0D8A809B-42C8-439B-A74B-64A0FAB094FF}" presName="spaceBetweenRectangles" presStyleCnt="0"/>
      <dgm:spPr/>
    </dgm:pt>
    <dgm:pt modelId="{37BF815B-0F20-4868-B8FA-E2E88FFDABF8}" type="pres">
      <dgm:prSet presAssocID="{012056AD-7EAA-4C29-B6ED-F29DB39B60C9}" presName="parentLin" presStyleCnt="0"/>
      <dgm:spPr/>
    </dgm:pt>
    <dgm:pt modelId="{B323768F-9CA7-4064-B026-E028D76FB546}" type="pres">
      <dgm:prSet presAssocID="{012056AD-7EAA-4C29-B6ED-F29DB39B60C9}" presName="parentLeftMargin" presStyleLbl="node1" presStyleIdx="2" presStyleCnt="5"/>
      <dgm:spPr/>
    </dgm:pt>
    <dgm:pt modelId="{14AE87F1-E49C-4359-9157-313064BF42A4}" type="pres">
      <dgm:prSet presAssocID="{012056AD-7EAA-4C29-B6ED-F29DB39B60C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6CF3E00-56F1-42AA-955E-D7FBD3971A12}" type="pres">
      <dgm:prSet presAssocID="{012056AD-7EAA-4C29-B6ED-F29DB39B60C9}" presName="negativeSpace" presStyleCnt="0"/>
      <dgm:spPr/>
    </dgm:pt>
    <dgm:pt modelId="{FA99FBF2-6A4E-49D1-AB7D-6F1EDE89C225}" type="pres">
      <dgm:prSet presAssocID="{012056AD-7EAA-4C29-B6ED-F29DB39B60C9}" presName="childText" presStyleLbl="conFgAcc1" presStyleIdx="3" presStyleCnt="5">
        <dgm:presLayoutVars>
          <dgm:bulletEnabled val="1"/>
        </dgm:presLayoutVars>
      </dgm:prSet>
      <dgm:spPr/>
    </dgm:pt>
    <dgm:pt modelId="{573FB2D9-43A5-4F44-96A2-83B9D609306A}" type="pres">
      <dgm:prSet presAssocID="{4A70877F-5367-4B81-A6C7-3D0F009C6DFD}" presName="spaceBetweenRectangles" presStyleCnt="0"/>
      <dgm:spPr/>
    </dgm:pt>
    <dgm:pt modelId="{70B2C97A-D387-4F10-976F-B5ACB98DA320}" type="pres">
      <dgm:prSet presAssocID="{4BC1A83E-F28E-4108-A5B7-60769522F33C}" presName="parentLin" presStyleCnt="0"/>
      <dgm:spPr/>
    </dgm:pt>
    <dgm:pt modelId="{8075C91E-5F2E-4BD2-8E50-F53FF2938B4E}" type="pres">
      <dgm:prSet presAssocID="{4BC1A83E-F28E-4108-A5B7-60769522F33C}" presName="parentLeftMargin" presStyleLbl="node1" presStyleIdx="3" presStyleCnt="5"/>
      <dgm:spPr/>
    </dgm:pt>
    <dgm:pt modelId="{F33D6E4E-63E2-4FDB-9AC7-FB79F3A261B1}" type="pres">
      <dgm:prSet presAssocID="{4BC1A83E-F28E-4108-A5B7-60769522F33C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411481E1-B6C4-4DC5-9172-3A91EA70B359}" type="pres">
      <dgm:prSet presAssocID="{4BC1A83E-F28E-4108-A5B7-60769522F33C}" presName="negativeSpace" presStyleCnt="0"/>
      <dgm:spPr/>
    </dgm:pt>
    <dgm:pt modelId="{CD293CBD-B99A-491B-AD59-A20EF3CF7BFB}" type="pres">
      <dgm:prSet presAssocID="{4BC1A83E-F28E-4108-A5B7-60769522F33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4A268411-6E98-49B3-B5CE-3CB0E42AE826}" type="presOf" srcId="{CA78FF51-6581-4F1C-BDB4-4608A266EC54}" destId="{FA99FBF2-6A4E-49D1-AB7D-6F1EDE89C225}" srcOrd="0" destOrd="1" presId="urn:microsoft.com/office/officeart/2005/8/layout/list1"/>
    <dgm:cxn modelId="{63A79A2C-2537-4748-B95D-CAEDE2DF3B52}" type="presOf" srcId="{736205C4-753F-4F21-A96C-8465BBD083FC}" destId="{3BA2E78A-E193-4B61-A0C8-6E9BD0DA4594}" srcOrd="0" destOrd="1" presId="urn:microsoft.com/office/officeart/2005/8/layout/list1"/>
    <dgm:cxn modelId="{70634A35-1C2C-48C1-B5B7-B164D44612B0}" srcId="{FDF87CA4-6509-4D8D-90A0-E48CF7F2345D}" destId="{B0CBB064-1761-4D38-90AB-F034E3FACE18}" srcOrd="1" destOrd="0" parTransId="{E3689061-FAD6-4F70-9BC8-00ED9F291377}" sibTransId="{08C1C468-5D1D-4DD4-9D94-AE8EBEDA2A1F}"/>
    <dgm:cxn modelId="{4296495C-3E95-4FEF-9E9D-51B98F6F4592}" type="presOf" srcId="{81E8619A-C292-47AA-AEDA-762B1F8FB826}" destId="{3BA2E78A-E193-4B61-A0C8-6E9BD0DA4594}" srcOrd="0" destOrd="2" presId="urn:microsoft.com/office/officeart/2005/8/layout/list1"/>
    <dgm:cxn modelId="{70E8C45E-F999-407D-921B-737D3861B08C}" type="presOf" srcId="{550D178B-9D07-4C52-B37E-35ACFE2971D2}" destId="{12AC4E95-5CEB-41BB-9EEA-31929E230FAA}" srcOrd="0" destOrd="0" presId="urn:microsoft.com/office/officeart/2005/8/layout/list1"/>
    <dgm:cxn modelId="{8E63515F-3B08-42ED-848E-83DAC6616E13}" type="presOf" srcId="{1F911FC8-037E-4720-B6ED-302FB86BE7CA}" destId="{CD293CBD-B99A-491B-AD59-A20EF3CF7BFB}" srcOrd="0" destOrd="1" presId="urn:microsoft.com/office/officeart/2005/8/layout/list1"/>
    <dgm:cxn modelId="{E5A3C762-D47F-4A71-9B37-88332BADE61E}" type="presOf" srcId="{4BC1A83E-F28E-4108-A5B7-60769522F33C}" destId="{8075C91E-5F2E-4BD2-8E50-F53FF2938B4E}" srcOrd="0" destOrd="0" presId="urn:microsoft.com/office/officeart/2005/8/layout/list1"/>
    <dgm:cxn modelId="{918FB367-F2DD-47B2-8DC3-DAFEDABFFBE5}" srcId="{FDF87CA4-6509-4D8D-90A0-E48CF7F2345D}" destId="{E27FE3D5-F29F-40DF-A24C-7D19D12A70C8}" srcOrd="0" destOrd="0" parTransId="{8A34B4BA-CE3C-4833-9A03-2749964E0E32}" sibTransId="{FB98A8EF-4CF7-4717-8AD8-4C97FA111019}"/>
    <dgm:cxn modelId="{F0F3E648-6413-4811-A120-5EF2E51F7723}" srcId="{B0CBB064-1761-4D38-90AB-F034E3FACE18}" destId="{513583D3-ABAF-4282-BB3A-495D693DDA64}" srcOrd="0" destOrd="0" parTransId="{194E40EB-4449-465E-9EC2-DA8A3C6F550F}" sibTransId="{E24AAEB2-7618-401D-944B-8D59BE200122}"/>
    <dgm:cxn modelId="{96C65B69-E8F6-44B7-A267-F0259BF82B88}" type="presOf" srcId="{E27FE3D5-F29F-40DF-A24C-7D19D12A70C8}" destId="{0F71CEF4-CF33-4099-BCF3-F538CB34115A}" srcOrd="1" destOrd="0" presId="urn:microsoft.com/office/officeart/2005/8/layout/list1"/>
    <dgm:cxn modelId="{4A25076F-2B0A-47AB-AEC0-5FEFA3ED6C8D}" srcId="{E27FE3D5-F29F-40DF-A24C-7D19D12A70C8}" destId="{736205C4-753F-4F21-A96C-8465BBD083FC}" srcOrd="1" destOrd="0" parTransId="{4024C366-E8D3-4C86-95A5-F9D5BD4B4C0B}" sibTransId="{4F53925F-1806-482E-9A7C-22B5C8C097D4}"/>
    <dgm:cxn modelId="{28453E53-7D7E-4068-BEF9-47FC345A4F21}" srcId="{012056AD-7EAA-4C29-B6ED-F29DB39B60C9}" destId="{66302889-113B-4424-B011-ABC4AFC8AC17}" srcOrd="0" destOrd="0" parTransId="{22BC71BC-B782-4E13-B029-D9F3C8A833A6}" sibTransId="{FFDED454-B00B-4C9E-A801-F6D4B28A5615}"/>
    <dgm:cxn modelId="{05D00181-59EC-4B7E-81BB-4ECDE9186642}" srcId="{4BC1A83E-F28E-4108-A5B7-60769522F33C}" destId="{1F911FC8-037E-4720-B6ED-302FB86BE7CA}" srcOrd="1" destOrd="0" parTransId="{E67994C5-51BD-49BE-9076-0B41827438B1}" sibTransId="{6EE3D6E9-87B9-439C-8225-EC7AD370C1A3}"/>
    <dgm:cxn modelId="{5B67D182-4550-41ED-B1D7-7EB7D2457BCF}" type="presOf" srcId="{012056AD-7EAA-4C29-B6ED-F29DB39B60C9}" destId="{14AE87F1-E49C-4359-9157-313064BF42A4}" srcOrd="1" destOrd="0" presId="urn:microsoft.com/office/officeart/2005/8/layout/list1"/>
    <dgm:cxn modelId="{04E70889-E580-4D3A-A0EB-9B360575962B}" srcId="{4BC1A83E-F28E-4108-A5B7-60769522F33C}" destId="{E5EA5C38-5C7C-4511-8197-95F53D80F235}" srcOrd="0" destOrd="0" parTransId="{D0A78447-B2EF-4040-A6F1-7B38BFE8D07E}" sibTransId="{29294411-DF80-415E-9F49-EDCC9D59C40B}"/>
    <dgm:cxn modelId="{316FFD89-F9D4-4DA5-9BF9-373B3E7B11BC}" type="presOf" srcId="{EAE3B834-6ED8-4298-B193-6BA8E0FA1164}" destId="{3BA2E78A-E193-4B61-A0C8-6E9BD0DA4594}" srcOrd="0" destOrd="0" presId="urn:microsoft.com/office/officeart/2005/8/layout/list1"/>
    <dgm:cxn modelId="{D105CE9D-C7A0-4C14-936B-32201B891183}" srcId="{E27FE3D5-F29F-40DF-A24C-7D19D12A70C8}" destId="{81E8619A-C292-47AA-AEDA-762B1F8FB826}" srcOrd="2" destOrd="0" parTransId="{638ACE34-B99E-4177-AE05-B4AB092557C7}" sibTransId="{58C8E11C-4F7E-43F2-AB91-1586A29DAB07}"/>
    <dgm:cxn modelId="{5DC3EDA1-B4A4-49E6-B052-0AC7CEBF58C3}" srcId="{FDF87CA4-6509-4D8D-90A0-E48CF7F2345D}" destId="{4BC1A83E-F28E-4108-A5B7-60769522F33C}" srcOrd="4" destOrd="0" parTransId="{A425ED90-E603-45EA-8262-16906AB8D624}" sibTransId="{6BA59D31-0263-4126-8F1C-07BE900C894A}"/>
    <dgm:cxn modelId="{0769C9A2-7E5F-47BC-B746-4D831EE11455}" srcId="{FDF87CA4-6509-4D8D-90A0-E48CF7F2345D}" destId="{00387266-9D74-407C-BB6D-9D996F387B16}" srcOrd="2" destOrd="0" parTransId="{290A383A-34C8-42BA-B1EF-C3013511410C}" sibTransId="{0D8A809B-42C8-439B-A74B-64A0FAB094FF}"/>
    <dgm:cxn modelId="{1D0F23A4-B22F-4AF5-99CA-9E79393443AF}" type="presOf" srcId="{B0CBB064-1761-4D38-90AB-F034E3FACE18}" destId="{EBF48EF5-87AB-4E90-8D25-8C3DB97A1656}" srcOrd="1" destOrd="0" presId="urn:microsoft.com/office/officeart/2005/8/layout/list1"/>
    <dgm:cxn modelId="{67685FAF-73D9-4B47-BAE8-EE3E13DF7722}" type="presOf" srcId="{E27FE3D5-F29F-40DF-A24C-7D19D12A70C8}" destId="{19995A84-5C3E-47A4-B2DE-076969BB7022}" srcOrd="0" destOrd="0" presId="urn:microsoft.com/office/officeart/2005/8/layout/list1"/>
    <dgm:cxn modelId="{D70F41B2-1846-4575-86A5-1CD11263F9D5}" type="presOf" srcId="{66302889-113B-4424-B011-ABC4AFC8AC17}" destId="{FA99FBF2-6A4E-49D1-AB7D-6F1EDE89C225}" srcOrd="0" destOrd="0" presId="urn:microsoft.com/office/officeart/2005/8/layout/list1"/>
    <dgm:cxn modelId="{D4E8A1B7-80BE-47BE-8184-33A9C4EE5972}" srcId="{FDF87CA4-6509-4D8D-90A0-E48CF7F2345D}" destId="{012056AD-7EAA-4C29-B6ED-F29DB39B60C9}" srcOrd="3" destOrd="0" parTransId="{2A46387A-9ABB-4872-8A1A-3AA988D82579}" sibTransId="{4A70877F-5367-4B81-A6C7-3D0F009C6DFD}"/>
    <dgm:cxn modelId="{A17FF5B9-2989-47E8-B0A6-086C7E3AF98B}" type="presOf" srcId="{012056AD-7EAA-4C29-B6ED-F29DB39B60C9}" destId="{B323768F-9CA7-4064-B026-E028D76FB546}" srcOrd="0" destOrd="0" presId="urn:microsoft.com/office/officeart/2005/8/layout/list1"/>
    <dgm:cxn modelId="{32BA1AC6-5B46-4D89-AB00-A10319516E41}" type="presOf" srcId="{00387266-9D74-407C-BB6D-9D996F387B16}" destId="{8B5E99F5-9593-4880-8650-3610EA03F2A1}" srcOrd="0" destOrd="0" presId="urn:microsoft.com/office/officeart/2005/8/layout/list1"/>
    <dgm:cxn modelId="{12E4E3CF-52FB-4BD0-A198-9CFF60BBBFDE}" srcId="{4BC1A83E-F28E-4108-A5B7-60769522F33C}" destId="{93FB3F31-B85E-44C4-A5EC-673FF2F1FB1D}" srcOrd="2" destOrd="0" parTransId="{351A63B3-EB05-4534-9056-62DC5C600543}" sibTransId="{A62E8538-1670-4091-8FE7-63355A0670E8}"/>
    <dgm:cxn modelId="{199551D0-7D8C-4965-93CE-5CA816EFD794}" srcId="{E27FE3D5-F29F-40DF-A24C-7D19D12A70C8}" destId="{EAE3B834-6ED8-4298-B193-6BA8E0FA1164}" srcOrd="0" destOrd="0" parTransId="{8AEDBD18-89D1-4855-9B66-AE763ADBB3CB}" sibTransId="{D658C940-17F0-41AA-9BE2-6DD484C3BB7D}"/>
    <dgm:cxn modelId="{C93BEAD4-7405-4473-8859-6968EC8DAB62}" type="presOf" srcId="{93FB3F31-B85E-44C4-A5EC-673FF2F1FB1D}" destId="{CD293CBD-B99A-491B-AD59-A20EF3CF7BFB}" srcOrd="0" destOrd="2" presId="urn:microsoft.com/office/officeart/2005/8/layout/list1"/>
    <dgm:cxn modelId="{DA138BDA-32DC-49FB-978C-17687A89C8D5}" type="presOf" srcId="{B0CBB064-1761-4D38-90AB-F034E3FACE18}" destId="{23003385-164E-4F22-8FCE-9E17F13E5C1C}" srcOrd="0" destOrd="0" presId="urn:microsoft.com/office/officeart/2005/8/layout/list1"/>
    <dgm:cxn modelId="{D80930DE-6F83-4E6C-9833-D92B199571C2}" type="presOf" srcId="{E5EA5C38-5C7C-4511-8197-95F53D80F235}" destId="{CD293CBD-B99A-491B-AD59-A20EF3CF7BFB}" srcOrd="0" destOrd="0" presId="urn:microsoft.com/office/officeart/2005/8/layout/list1"/>
    <dgm:cxn modelId="{3F0310E0-B29B-4779-9570-C41DC521AC22}" srcId="{012056AD-7EAA-4C29-B6ED-F29DB39B60C9}" destId="{CA78FF51-6581-4F1C-BDB4-4608A266EC54}" srcOrd="1" destOrd="0" parTransId="{1C9590B4-8F54-49DD-852F-9210084ED803}" sibTransId="{AD957BE8-9384-4818-B029-C043BA858B97}"/>
    <dgm:cxn modelId="{69ED21E2-23AC-4507-9210-48A8AEA582A3}" type="presOf" srcId="{513583D3-ABAF-4282-BB3A-495D693DDA64}" destId="{C9ABF7FA-B382-4E36-AD27-3C81318B5BE4}" srcOrd="0" destOrd="0" presId="urn:microsoft.com/office/officeart/2005/8/layout/list1"/>
    <dgm:cxn modelId="{FF3951E3-C75F-4E78-BAA7-415EAE00C34A}" type="presOf" srcId="{00387266-9D74-407C-BB6D-9D996F387B16}" destId="{05A4A584-040F-476F-9968-7CEE6AC07FD3}" srcOrd="1" destOrd="0" presId="urn:microsoft.com/office/officeart/2005/8/layout/list1"/>
    <dgm:cxn modelId="{C79054E7-ECB5-4619-BE62-1054EA387BB7}" type="presOf" srcId="{4BC1A83E-F28E-4108-A5B7-60769522F33C}" destId="{F33D6E4E-63E2-4FDB-9AC7-FB79F3A261B1}" srcOrd="1" destOrd="0" presId="urn:microsoft.com/office/officeart/2005/8/layout/list1"/>
    <dgm:cxn modelId="{F552A6EC-AA2A-4543-A6F1-52BF9F297948}" srcId="{00387266-9D74-407C-BB6D-9D996F387B16}" destId="{550D178B-9D07-4C52-B37E-35ACFE2971D2}" srcOrd="0" destOrd="0" parTransId="{C9BBB184-81F8-4CCE-8B98-C9B8DA74DA0B}" sibTransId="{3C20E3EC-E583-465D-9C9A-74F551EE1D59}"/>
    <dgm:cxn modelId="{987F4CF9-F284-4044-8871-6D4B773D9E44}" type="presOf" srcId="{196E8C57-4853-4CEC-9E3A-38CE7F24A536}" destId="{12AC4E95-5CEB-41BB-9EEA-31929E230FAA}" srcOrd="0" destOrd="1" presId="urn:microsoft.com/office/officeart/2005/8/layout/list1"/>
    <dgm:cxn modelId="{432E4BFB-A30F-4EA7-82B8-1BF4BFBCE3E2}" type="presOf" srcId="{FDF87CA4-6509-4D8D-90A0-E48CF7F2345D}" destId="{5D398CE9-66BF-4626-BCCE-598C5BC0CE32}" srcOrd="0" destOrd="0" presId="urn:microsoft.com/office/officeart/2005/8/layout/list1"/>
    <dgm:cxn modelId="{46D989FD-1E92-439B-AB2E-ABE476C5430B}" srcId="{00387266-9D74-407C-BB6D-9D996F387B16}" destId="{196E8C57-4853-4CEC-9E3A-38CE7F24A536}" srcOrd="1" destOrd="0" parTransId="{338BA5DB-AC4D-4D69-91DF-0FCF48C0EDC7}" sibTransId="{7846FA47-CE7E-4165-8B84-4484DC00D9D2}"/>
    <dgm:cxn modelId="{3EB54F08-2538-45E4-8FA6-70040E199A82}" type="presParOf" srcId="{5D398CE9-66BF-4626-BCCE-598C5BC0CE32}" destId="{0179176E-B94E-476C-9322-6762FB9CB3D5}" srcOrd="0" destOrd="0" presId="urn:microsoft.com/office/officeart/2005/8/layout/list1"/>
    <dgm:cxn modelId="{8AF59D2C-3240-4584-88A2-DE5F567B142E}" type="presParOf" srcId="{0179176E-B94E-476C-9322-6762FB9CB3D5}" destId="{19995A84-5C3E-47A4-B2DE-076969BB7022}" srcOrd="0" destOrd="0" presId="urn:microsoft.com/office/officeart/2005/8/layout/list1"/>
    <dgm:cxn modelId="{03141535-9D39-4023-87E1-4A64D7D362F8}" type="presParOf" srcId="{0179176E-B94E-476C-9322-6762FB9CB3D5}" destId="{0F71CEF4-CF33-4099-BCF3-F538CB34115A}" srcOrd="1" destOrd="0" presId="urn:microsoft.com/office/officeart/2005/8/layout/list1"/>
    <dgm:cxn modelId="{65FFBE33-CE1D-4FBE-9562-F4679358342F}" type="presParOf" srcId="{5D398CE9-66BF-4626-BCCE-598C5BC0CE32}" destId="{E722033D-AC78-4F15-BB32-22EFD654E064}" srcOrd="1" destOrd="0" presId="urn:microsoft.com/office/officeart/2005/8/layout/list1"/>
    <dgm:cxn modelId="{5FC4F4ED-CA59-4A3C-98CF-546625A57255}" type="presParOf" srcId="{5D398CE9-66BF-4626-BCCE-598C5BC0CE32}" destId="{3BA2E78A-E193-4B61-A0C8-6E9BD0DA4594}" srcOrd="2" destOrd="0" presId="urn:microsoft.com/office/officeart/2005/8/layout/list1"/>
    <dgm:cxn modelId="{8483225D-693E-4523-9B9F-0BBAC30DCB3D}" type="presParOf" srcId="{5D398CE9-66BF-4626-BCCE-598C5BC0CE32}" destId="{1BD4CE54-B3AB-4008-87F8-304EC0394636}" srcOrd="3" destOrd="0" presId="urn:microsoft.com/office/officeart/2005/8/layout/list1"/>
    <dgm:cxn modelId="{851AD3D4-D011-4E7D-AAB2-EC687EADD8DE}" type="presParOf" srcId="{5D398CE9-66BF-4626-BCCE-598C5BC0CE32}" destId="{569DF79C-AAF1-4E05-BE3B-EFBB0DDE3815}" srcOrd="4" destOrd="0" presId="urn:microsoft.com/office/officeart/2005/8/layout/list1"/>
    <dgm:cxn modelId="{81199101-D6AB-4768-A767-8A6E1F97C4DA}" type="presParOf" srcId="{569DF79C-AAF1-4E05-BE3B-EFBB0DDE3815}" destId="{23003385-164E-4F22-8FCE-9E17F13E5C1C}" srcOrd="0" destOrd="0" presId="urn:microsoft.com/office/officeart/2005/8/layout/list1"/>
    <dgm:cxn modelId="{C18DAD7F-B788-4B60-A5FA-47545BAF9E02}" type="presParOf" srcId="{569DF79C-AAF1-4E05-BE3B-EFBB0DDE3815}" destId="{EBF48EF5-87AB-4E90-8D25-8C3DB97A1656}" srcOrd="1" destOrd="0" presId="urn:microsoft.com/office/officeart/2005/8/layout/list1"/>
    <dgm:cxn modelId="{4C19FDE2-2CCD-4D65-A4C9-431DBF4B621A}" type="presParOf" srcId="{5D398CE9-66BF-4626-BCCE-598C5BC0CE32}" destId="{B9C217DA-F326-4994-8466-CAB7F3BBA213}" srcOrd="5" destOrd="0" presId="urn:microsoft.com/office/officeart/2005/8/layout/list1"/>
    <dgm:cxn modelId="{227A8556-5609-4EB7-A231-9ACE4375C9B0}" type="presParOf" srcId="{5D398CE9-66BF-4626-BCCE-598C5BC0CE32}" destId="{C9ABF7FA-B382-4E36-AD27-3C81318B5BE4}" srcOrd="6" destOrd="0" presId="urn:microsoft.com/office/officeart/2005/8/layout/list1"/>
    <dgm:cxn modelId="{E4306F30-06E9-475E-98C3-DFDE9A0B27FA}" type="presParOf" srcId="{5D398CE9-66BF-4626-BCCE-598C5BC0CE32}" destId="{DCA4BEC7-3910-460E-B175-B21920A599A2}" srcOrd="7" destOrd="0" presId="urn:microsoft.com/office/officeart/2005/8/layout/list1"/>
    <dgm:cxn modelId="{6D37B4BF-3A22-415D-9D8E-0F694A97304B}" type="presParOf" srcId="{5D398CE9-66BF-4626-BCCE-598C5BC0CE32}" destId="{E098FCE0-3C68-4618-B481-6CD8389D2875}" srcOrd="8" destOrd="0" presId="urn:microsoft.com/office/officeart/2005/8/layout/list1"/>
    <dgm:cxn modelId="{24C39268-7805-4EB6-BD76-594DEF6397A4}" type="presParOf" srcId="{E098FCE0-3C68-4618-B481-6CD8389D2875}" destId="{8B5E99F5-9593-4880-8650-3610EA03F2A1}" srcOrd="0" destOrd="0" presId="urn:microsoft.com/office/officeart/2005/8/layout/list1"/>
    <dgm:cxn modelId="{A0B67394-5262-43B9-8255-317BF11261A9}" type="presParOf" srcId="{E098FCE0-3C68-4618-B481-6CD8389D2875}" destId="{05A4A584-040F-476F-9968-7CEE6AC07FD3}" srcOrd="1" destOrd="0" presId="urn:microsoft.com/office/officeart/2005/8/layout/list1"/>
    <dgm:cxn modelId="{28BA6519-7641-40DF-A37C-3518601E5008}" type="presParOf" srcId="{5D398CE9-66BF-4626-BCCE-598C5BC0CE32}" destId="{F61FFE42-3874-42C7-A897-E78FB5251DCA}" srcOrd="9" destOrd="0" presId="urn:microsoft.com/office/officeart/2005/8/layout/list1"/>
    <dgm:cxn modelId="{6A8EFD32-99F3-4116-A866-B01471553496}" type="presParOf" srcId="{5D398CE9-66BF-4626-BCCE-598C5BC0CE32}" destId="{12AC4E95-5CEB-41BB-9EEA-31929E230FAA}" srcOrd="10" destOrd="0" presId="urn:microsoft.com/office/officeart/2005/8/layout/list1"/>
    <dgm:cxn modelId="{3088F49B-6E51-4B9C-8966-148BBBEE743F}" type="presParOf" srcId="{5D398CE9-66BF-4626-BCCE-598C5BC0CE32}" destId="{7C71B7DA-EF82-46FE-BA9C-CDDD8888A897}" srcOrd="11" destOrd="0" presId="urn:microsoft.com/office/officeart/2005/8/layout/list1"/>
    <dgm:cxn modelId="{67DF68D5-B69F-4CE9-8E3D-3B8621C9E654}" type="presParOf" srcId="{5D398CE9-66BF-4626-BCCE-598C5BC0CE32}" destId="{37BF815B-0F20-4868-B8FA-E2E88FFDABF8}" srcOrd="12" destOrd="0" presId="urn:microsoft.com/office/officeart/2005/8/layout/list1"/>
    <dgm:cxn modelId="{A3A5C7A8-20FF-4B6D-A1AA-241A58DF38F3}" type="presParOf" srcId="{37BF815B-0F20-4868-B8FA-E2E88FFDABF8}" destId="{B323768F-9CA7-4064-B026-E028D76FB546}" srcOrd="0" destOrd="0" presId="urn:microsoft.com/office/officeart/2005/8/layout/list1"/>
    <dgm:cxn modelId="{AF41A8A2-2118-4064-8512-7876C9ACCAE7}" type="presParOf" srcId="{37BF815B-0F20-4868-B8FA-E2E88FFDABF8}" destId="{14AE87F1-E49C-4359-9157-313064BF42A4}" srcOrd="1" destOrd="0" presId="urn:microsoft.com/office/officeart/2005/8/layout/list1"/>
    <dgm:cxn modelId="{4AA60899-5827-4C08-82E2-AA43D0BF5295}" type="presParOf" srcId="{5D398CE9-66BF-4626-BCCE-598C5BC0CE32}" destId="{76CF3E00-56F1-42AA-955E-D7FBD3971A12}" srcOrd="13" destOrd="0" presId="urn:microsoft.com/office/officeart/2005/8/layout/list1"/>
    <dgm:cxn modelId="{CDB398FC-6545-4C47-8B0E-77355D469C58}" type="presParOf" srcId="{5D398CE9-66BF-4626-BCCE-598C5BC0CE32}" destId="{FA99FBF2-6A4E-49D1-AB7D-6F1EDE89C225}" srcOrd="14" destOrd="0" presId="urn:microsoft.com/office/officeart/2005/8/layout/list1"/>
    <dgm:cxn modelId="{1DE97A6F-BE54-45B9-B8BA-7B388765F578}" type="presParOf" srcId="{5D398CE9-66BF-4626-BCCE-598C5BC0CE32}" destId="{573FB2D9-43A5-4F44-96A2-83B9D609306A}" srcOrd="15" destOrd="0" presId="urn:microsoft.com/office/officeart/2005/8/layout/list1"/>
    <dgm:cxn modelId="{6C58FFDC-0D63-47E7-8140-F61D1D4BA02D}" type="presParOf" srcId="{5D398CE9-66BF-4626-BCCE-598C5BC0CE32}" destId="{70B2C97A-D387-4F10-976F-B5ACB98DA320}" srcOrd="16" destOrd="0" presId="urn:microsoft.com/office/officeart/2005/8/layout/list1"/>
    <dgm:cxn modelId="{F5B49AC4-1596-429E-A6F8-75453D559F19}" type="presParOf" srcId="{70B2C97A-D387-4F10-976F-B5ACB98DA320}" destId="{8075C91E-5F2E-4BD2-8E50-F53FF2938B4E}" srcOrd="0" destOrd="0" presId="urn:microsoft.com/office/officeart/2005/8/layout/list1"/>
    <dgm:cxn modelId="{83C536AA-D759-4160-9067-02EF8AC80D1E}" type="presParOf" srcId="{70B2C97A-D387-4F10-976F-B5ACB98DA320}" destId="{F33D6E4E-63E2-4FDB-9AC7-FB79F3A261B1}" srcOrd="1" destOrd="0" presId="urn:microsoft.com/office/officeart/2005/8/layout/list1"/>
    <dgm:cxn modelId="{A39F2444-25CD-4808-901E-5A51BA20862F}" type="presParOf" srcId="{5D398CE9-66BF-4626-BCCE-598C5BC0CE32}" destId="{411481E1-B6C4-4DC5-9172-3A91EA70B359}" srcOrd="17" destOrd="0" presId="urn:microsoft.com/office/officeart/2005/8/layout/list1"/>
    <dgm:cxn modelId="{2762C3BD-54C7-4E66-91AB-48BF00515C83}" type="presParOf" srcId="{5D398CE9-66BF-4626-BCCE-598C5BC0CE32}" destId="{CD293CBD-B99A-491B-AD59-A20EF3CF7BF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8B9A4-8BCC-4311-A5E4-9FBEEE0C4853}">
      <dsp:nvSpPr>
        <dsp:cNvPr id="0" name=""/>
        <dsp:cNvSpPr/>
      </dsp:nvSpPr>
      <dsp:spPr>
        <a:xfrm>
          <a:off x="0" y="495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06D59-1FAE-48A7-8914-4D76D9A6FEB0}">
      <dsp:nvSpPr>
        <dsp:cNvPr id="0" name=""/>
        <dsp:cNvSpPr/>
      </dsp:nvSpPr>
      <dsp:spPr>
        <a:xfrm>
          <a:off x="0" y="495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Introduction &amp; Contextual Background </a:t>
          </a:r>
          <a:endParaRPr lang="en-US" sz="2600" kern="1200" dirty="0"/>
        </a:p>
      </dsp:txBody>
      <dsp:txXfrm>
        <a:off x="0" y="495"/>
        <a:ext cx="7231339" cy="580237"/>
      </dsp:txXfrm>
    </dsp:sp>
    <dsp:sp modelId="{186277D2-44FB-41C9-8C05-96F7FAA65990}">
      <dsp:nvSpPr>
        <dsp:cNvPr id="0" name=""/>
        <dsp:cNvSpPr/>
      </dsp:nvSpPr>
      <dsp:spPr>
        <a:xfrm>
          <a:off x="0" y="580732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8B0429-78A7-4AC8-9F50-FC702DC4EC6A}">
      <dsp:nvSpPr>
        <dsp:cNvPr id="0" name=""/>
        <dsp:cNvSpPr/>
      </dsp:nvSpPr>
      <dsp:spPr>
        <a:xfrm>
          <a:off x="0" y="580732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Evolution of vision Backbones</a:t>
          </a:r>
          <a:endParaRPr lang="en-US" sz="2600" kern="1200" dirty="0"/>
        </a:p>
      </dsp:txBody>
      <dsp:txXfrm>
        <a:off x="0" y="580732"/>
        <a:ext cx="7231339" cy="580237"/>
      </dsp:txXfrm>
    </dsp:sp>
    <dsp:sp modelId="{15537401-C9F9-4F7B-A718-695AA195EB44}">
      <dsp:nvSpPr>
        <dsp:cNvPr id="0" name=""/>
        <dsp:cNvSpPr/>
      </dsp:nvSpPr>
      <dsp:spPr>
        <a:xfrm>
          <a:off x="0" y="1160969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7BE0AE-2B57-4509-AA18-FE94F4C60458}">
      <dsp:nvSpPr>
        <dsp:cNvPr id="0" name=""/>
        <dsp:cNvSpPr/>
      </dsp:nvSpPr>
      <dsp:spPr>
        <a:xfrm>
          <a:off x="0" y="1160969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NextVit</a:t>
          </a:r>
          <a:r>
            <a:rPr lang="en-US" sz="2600" b="0" i="0" kern="1200" baseline="0" dirty="0"/>
            <a:t> Architecture</a:t>
          </a:r>
          <a:endParaRPr lang="en-US" sz="2600" kern="1200" dirty="0"/>
        </a:p>
      </dsp:txBody>
      <dsp:txXfrm>
        <a:off x="0" y="1160969"/>
        <a:ext cx="7231339" cy="580237"/>
      </dsp:txXfrm>
    </dsp:sp>
    <dsp:sp modelId="{70754FCB-141F-4FAD-A179-01299528911D}">
      <dsp:nvSpPr>
        <dsp:cNvPr id="0" name=""/>
        <dsp:cNvSpPr/>
      </dsp:nvSpPr>
      <dsp:spPr>
        <a:xfrm>
          <a:off x="0" y="1741206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8A822-9D2C-4F3F-BDE6-196E11062EA3}">
      <dsp:nvSpPr>
        <dsp:cNvPr id="0" name=""/>
        <dsp:cNvSpPr/>
      </dsp:nvSpPr>
      <dsp:spPr>
        <a:xfrm>
          <a:off x="0" y="1741206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 err="1"/>
            <a:t>MambaVision</a:t>
          </a:r>
          <a:r>
            <a:rPr lang="en-US" sz="2600" b="0" i="0" kern="1200" baseline="0" dirty="0"/>
            <a:t> Architecture</a:t>
          </a:r>
          <a:endParaRPr lang="en-US" sz="2600" kern="1200" dirty="0"/>
        </a:p>
      </dsp:txBody>
      <dsp:txXfrm>
        <a:off x="0" y="1741206"/>
        <a:ext cx="7231339" cy="580237"/>
      </dsp:txXfrm>
    </dsp:sp>
    <dsp:sp modelId="{21646C33-667D-4092-A1A8-EDE2023A915A}">
      <dsp:nvSpPr>
        <dsp:cNvPr id="0" name=""/>
        <dsp:cNvSpPr/>
      </dsp:nvSpPr>
      <dsp:spPr>
        <a:xfrm>
          <a:off x="0" y="2321444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A5703-1485-4A22-A9E9-DCE775418D20}">
      <dsp:nvSpPr>
        <dsp:cNvPr id="0" name=""/>
        <dsp:cNvSpPr/>
      </dsp:nvSpPr>
      <dsp:spPr>
        <a:xfrm>
          <a:off x="0" y="2321444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Experimental Setup </a:t>
          </a:r>
          <a:endParaRPr lang="en-US" sz="2600" kern="1200" dirty="0"/>
        </a:p>
      </dsp:txBody>
      <dsp:txXfrm>
        <a:off x="0" y="2321444"/>
        <a:ext cx="7231339" cy="580237"/>
      </dsp:txXfrm>
    </dsp:sp>
    <dsp:sp modelId="{F2BF73CC-687D-4C10-A316-7DF9427ED59F}">
      <dsp:nvSpPr>
        <dsp:cNvPr id="0" name=""/>
        <dsp:cNvSpPr/>
      </dsp:nvSpPr>
      <dsp:spPr>
        <a:xfrm>
          <a:off x="0" y="2901681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F83FC-E90F-48E7-8BC0-FC581813C18C}">
      <dsp:nvSpPr>
        <dsp:cNvPr id="0" name=""/>
        <dsp:cNvSpPr/>
      </dsp:nvSpPr>
      <dsp:spPr>
        <a:xfrm>
          <a:off x="0" y="2901681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Classification Results </a:t>
          </a:r>
          <a:endParaRPr lang="en-US" sz="2600" kern="1200" dirty="0"/>
        </a:p>
      </dsp:txBody>
      <dsp:txXfrm>
        <a:off x="0" y="2901681"/>
        <a:ext cx="7231339" cy="580237"/>
      </dsp:txXfrm>
    </dsp:sp>
    <dsp:sp modelId="{2F6B2E86-815B-43A8-9B28-CD1151D7856F}">
      <dsp:nvSpPr>
        <dsp:cNvPr id="0" name=""/>
        <dsp:cNvSpPr/>
      </dsp:nvSpPr>
      <dsp:spPr>
        <a:xfrm>
          <a:off x="0" y="3481918"/>
          <a:ext cx="723133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81847-5684-471A-A1CF-3DED0DCACF48}">
      <dsp:nvSpPr>
        <dsp:cNvPr id="0" name=""/>
        <dsp:cNvSpPr/>
      </dsp:nvSpPr>
      <dsp:spPr>
        <a:xfrm>
          <a:off x="0" y="3481918"/>
          <a:ext cx="7231339" cy="580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Implications &amp; Conclusion</a:t>
          </a:r>
          <a:endParaRPr lang="en-US" sz="2600" kern="1200"/>
        </a:p>
      </dsp:txBody>
      <dsp:txXfrm>
        <a:off x="0" y="3481918"/>
        <a:ext cx="7231339" cy="580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D9836-B13B-4FA2-B5AF-D4BC48AF6C9F}">
      <dsp:nvSpPr>
        <dsp:cNvPr id="0" name=""/>
        <dsp:cNvSpPr/>
      </dsp:nvSpPr>
      <dsp:spPr>
        <a:xfrm>
          <a:off x="0" y="294781"/>
          <a:ext cx="5181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Local inductive biases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hierarchical features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limited long-range modeling</a:t>
          </a:r>
        </a:p>
      </dsp:txBody>
      <dsp:txXfrm>
        <a:off x="0" y="294781"/>
        <a:ext cx="5181600" cy="1134000"/>
      </dsp:txXfrm>
    </dsp:sp>
    <dsp:sp modelId="{1B9B9C32-2B51-44D6-8562-181230475481}">
      <dsp:nvSpPr>
        <dsp:cNvPr id="0" name=""/>
        <dsp:cNvSpPr/>
      </dsp:nvSpPr>
      <dsp:spPr>
        <a:xfrm>
          <a:off x="259080" y="73381"/>
          <a:ext cx="36271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CNN Era (ResNet, EfficientNet): </a:t>
          </a:r>
        </a:p>
      </dsp:txBody>
      <dsp:txXfrm>
        <a:off x="280696" y="94997"/>
        <a:ext cx="3583888" cy="399568"/>
      </dsp:txXfrm>
    </dsp:sp>
    <dsp:sp modelId="{4EBCBA5B-3223-4180-BF6C-5E1A39D225CA}">
      <dsp:nvSpPr>
        <dsp:cNvPr id="0" name=""/>
        <dsp:cNvSpPr/>
      </dsp:nvSpPr>
      <dsp:spPr>
        <a:xfrm>
          <a:off x="0" y="1731181"/>
          <a:ext cx="5181600" cy="137025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Global self-attention from layer 1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Strong performance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O(N²) complexity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Prohibitive for high-res</a:t>
          </a:r>
        </a:p>
      </dsp:txBody>
      <dsp:txXfrm>
        <a:off x="0" y="1731181"/>
        <a:ext cx="5181600" cy="1370250"/>
      </dsp:txXfrm>
    </dsp:sp>
    <dsp:sp modelId="{CDC167B8-2D31-4C33-AAFE-E595A95E0F71}">
      <dsp:nvSpPr>
        <dsp:cNvPr id="0" name=""/>
        <dsp:cNvSpPr/>
      </dsp:nvSpPr>
      <dsp:spPr>
        <a:xfrm>
          <a:off x="259080" y="1509781"/>
          <a:ext cx="3627120" cy="44280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noFill/>
            </a:rPr>
            <a:t>Vision Transformer (</a:t>
          </a:r>
          <a:r>
            <a:rPr lang="en-US" sz="1500" kern="1200" dirty="0" err="1">
              <a:noFill/>
            </a:rPr>
            <a:t>ViT</a:t>
          </a:r>
          <a:r>
            <a:rPr lang="en-US" sz="1500" kern="1200" dirty="0">
              <a:noFill/>
            </a:rPr>
            <a:t>): </a:t>
          </a:r>
        </a:p>
      </dsp:txBody>
      <dsp:txXfrm>
        <a:off x="280696" y="1531397"/>
        <a:ext cx="3583888" cy="399568"/>
      </dsp:txXfrm>
    </dsp:sp>
    <dsp:sp modelId="{E2D77F12-EFCF-4AF7-80F2-52F6FCEA0B7E}">
      <dsp:nvSpPr>
        <dsp:cNvPr id="0" name=""/>
        <dsp:cNvSpPr/>
      </dsp:nvSpPr>
      <dsp:spPr>
        <a:xfrm>
          <a:off x="0" y="3403831"/>
          <a:ext cx="5181600" cy="87412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Pure global attention is expensive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Pure local convs miss distant dependencies</a:t>
          </a:r>
        </a:p>
      </dsp:txBody>
      <dsp:txXfrm>
        <a:off x="0" y="3403831"/>
        <a:ext cx="5181600" cy="874125"/>
      </dsp:txXfrm>
    </dsp:sp>
    <dsp:sp modelId="{FCE1098F-E0AA-419C-8165-9CF2920A98E1}">
      <dsp:nvSpPr>
        <dsp:cNvPr id="0" name=""/>
        <dsp:cNvSpPr/>
      </dsp:nvSpPr>
      <dsp:spPr>
        <a:xfrm>
          <a:off x="259080" y="3182431"/>
          <a:ext cx="3627120" cy="44280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noFill/>
            </a:rPr>
            <a:t>Key limitation: </a:t>
          </a:r>
        </a:p>
      </dsp:txBody>
      <dsp:txXfrm>
        <a:off x="280696" y="3204047"/>
        <a:ext cx="358388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D9836-B13B-4FA2-B5AF-D4BC48AF6C9F}">
      <dsp:nvSpPr>
        <dsp:cNvPr id="0" name=""/>
        <dsp:cNvSpPr/>
      </dsp:nvSpPr>
      <dsp:spPr>
        <a:xfrm>
          <a:off x="0" y="294781"/>
          <a:ext cx="5181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Local inductive biases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hierarchical features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limited long-range modeling</a:t>
          </a:r>
        </a:p>
      </dsp:txBody>
      <dsp:txXfrm>
        <a:off x="0" y="294781"/>
        <a:ext cx="5181600" cy="1134000"/>
      </dsp:txXfrm>
    </dsp:sp>
    <dsp:sp modelId="{1B9B9C32-2B51-44D6-8562-181230475481}">
      <dsp:nvSpPr>
        <dsp:cNvPr id="0" name=""/>
        <dsp:cNvSpPr/>
      </dsp:nvSpPr>
      <dsp:spPr>
        <a:xfrm>
          <a:off x="259080" y="73381"/>
          <a:ext cx="36271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CNN Era (ResNet, EfficientNet): </a:t>
          </a:r>
        </a:p>
      </dsp:txBody>
      <dsp:txXfrm>
        <a:off x="280696" y="94997"/>
        <a:ext cx="3583888" cy="399568"/>
      </dsp:txXfrm>
    </dsp:sp>
    <dsp:sp modelId="{4EBCBA5B-3223-4180-BF6C-5E1A39D225CA}">
      <dsp:nvSpPr>
        <dsp:cNvPr id="0" name=""/>
        <dsp:cNvSpPr/>
      </dsp:nvSpPr>
      <dsp:spPr>
        <a:xfrm>
          <a:off x="0" y="1731181"/>
          <a:ext cx="5181600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Global self-attention from layer 1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Strong performance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O(N²) complexity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Prohibitive for high-res</a:t>
          </a:r>
        </a:p>
      </dsp:txBody>
      <dsp:txXfrm>
        <a:off x="0" y="1731181"/>
        <a:ext cx="5181600" cy="1370250"/>
      </dsp:txXfrm>
    </dsp:sp>
    <dsp:sp modelId="{CDC167B8-2D31-4C33-AAFE-E595A95E0F71}">
      <dsp:nvSpPr>
        <dsp:cNvPr id="0" name=""/>
        <dsp:cNvSpPr/>
      </dsp:nvSpPr>
      <dsp:spPr>
        <a:xfrm>
          <a:off x="259080" y="1509781"/>
          <a:ext cx="36271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Vision Transformer (ViT): </a:t>
          </a:r>
        </a:p>
      </dsp:txBody>
      <dsp:txXfrm>
        <a:off x="280696" y="1531397"/>
        <a:ext cx="3583888" cy="399568"/>
      </dsp:txXfrm>
    </dsp:sp>
    <dsp:sp modelId="{E2D77F12-EFCF-4AF7-80F2-52F6FCEA0B7E}">
      <dsp:nvSpPr>
        <dsp:cNvPr id="0" name=""/>
        <dsp:cNvSpPr/>
      </dsp:nvSpPr>
      <dsp:spPr>
        <a:xfrm>
          <a:off x="0" y="3403831"/>
          <a:ext cx="5181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Pure global attention is expensive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>
              <a:noFill/>
            </a:rPr>
            <a:t>Pure local convs miss distant dependencies</a:t>
          </a:r>
        </a:p>
      </dsp:txBody>
      <dsp:txXfrm>
        <a:off x="0" y="3403831"/>
        <a:ext cx="5181600" cy="874125"/>
      </dsp:txXfrm>
    </dsp:sp>
    <dsp:sp modelId="{FCE1098F-E0AA-419C-8165-9CF2920A98E1}">
      <dsp:nvSpPr>
        <dsp:cNvPr id="0" name=""/>
        <dsp:cNvSpPr/>
      </dsp:nvSpPr>
      <dsp:spPr>
        <a:xfrm>
          <a:off x="259080" y="3182431"/>
          <a:ext cx="3627120" cy="44280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noFill/>
            </a:rPr>
            <a:t>Key limitation: </a:t>
          </a:r>
        </a:p>
      </dsp:txBody>
      <dsp:txXfrm>
        <a:off x="280696" y="3204047"/>
        <a:ext cx="3583888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D9836-B13B-4FA2-B5AF-D4BC48AF6C9F}">
      <dsp:nvSpPr>
        <dsp:cNvPr id="0" name=""/>
        <dsp:cNvSpPr/>
      </dsp:nvSpPr>
      <dsp:spPr>
        <a:xfrm>
          <a:off x="0" y="294781"/>
          <a:ext cx="5181600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Local inductive biases 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hierarchical features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limited long-range modeling</a:t>
          </a:r>
        </a:p>
      </dsp:txBody>
      <dsp:txXfrm>
        <a:off x="0" y="294781"/>
        <a:ext cx="5181600" cy="1134000"/>
      </dsp:txXfrm>
    </dsp:sp>
    <dsp:sp modelId="{1B9B9C32-2B51-44D6-8562-181230475481}">
      <dsp:nvSpPr>
        <dsp:cNvPr id="0" name=""/>
        <dsp:cNvSpPr/>
      </dsp:nvSpPr>
      <dsp:spPr>
        <a:xfrm>
          <a:off x="259080" y="73381"/>
          <a:ext cx="36271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CNN Era (ResNet, EfficientNet): </a:t>
          </a:r>
        </a:p>
      </dsp:txBody>
      <dsp:txXfrm>
        <a:off x="280696" y="94997"/>
        <a:ext cx="3583888" cy="399568"/>
      </dsp:txXfrm>
    </dsp:sp>
    <dsp:sp modelId="{4EBCBA5B-3223-4180-BF6C-5E1A39D225CA}">
      <dsp:nvSpPr>
        <dsp:cNvPr id="0" name=""/>
        <dsp:cNvSpPr/>
      </dsp:nvSpPr>
      <dsp:spPr>
        <a:xfrm>
          <a:off x="0" y="1731181"/>
          <a:ext cx="5181600" cy="1370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Global self-attention from layer 1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Strong performance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O(N²) complexity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Prohibitive for high-res</a:t>
          </a:r>
        </a:p>
      </dsp:txBody>
      <dsp:txXfrm>
        <a:off x="0" y="1731181"/>
        <a:ext cx="5181600" cy="1370250"/>
      </dsp:txXfrm>
    </dsp:sp>
    <dsp:sp modelId="{CDC167B8-2D31-4C33-AAFE-E595A95E0F71}">
      <dsp:nvSpPr>
        <dsp:cNvPr id="0" name=""/>
        <dsp:cNvSpPr/>
      </dsp:nvSpPr>
      <dsp:spPr>
        <a:xfrm>
          <a:off x="259080" y="1509781"/>
          <a:ext cx="36271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Vision Transformer (ViT): </a:t>
          </a:r>
        </a:p>
      </dsp:txBody>
      <dsp:txXfrm>
        <a:off x="280696" y="1531397"/>
        <a:ext cx="3583888" cy="399568"/>
      </dsp:txXfrm>
    </dsp:sp>
    <dsp:sp modelId="{E2D77F12-EFCF-4AF7-80F2-52F6FCEA0B7E}">
      <dsp:nvSpPr>
        <dsp:cNvPr id="0" name=""/>
        <dsp:cNvSpPr/>
      </dsp:nvSpPr>
      <dsp:spPr>
        <a:xfrm>
          <a:off x="0" y="3403831"/>
          <a:ext cx="5181600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2150" tIns="312420" rIns="40215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Pure global attention is expensive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Pure local convs miss distant dependencies</a:t>
          </a:r>
        </a:p>
      </dsp:txBody>
      <dsp:txXfrm>
        <a:off x="0" y="3403831"/>
        <a:ext cx="5181600" cy="874125"/>
      </dsp:txXfrm>
    </dsp:sp>
    <dsp:sp modelId="{FCE1098F-E0AA-419C-8165-9CF2920A98E1}">
      <dsp:nvSpPr>
        <dsp:cNvPr id="0" name=""/>
        <dsp:cNvSpPr/>
      </dsp:nvSpPr>
      <dsp:spPr>
        <a:xfrm>
          <a:off x="259080" y="3182431"/>
          <a:ext cx="36271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097" tIns="0" rIns="137097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 limitation: </a:t>
          </a:r>
        </a:p>
      </dsp:txBody>
      <dsp:txXfrm>
        <a:off x="280696" y="3204047"/>
        <a:ext cx="3583888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443B0-2D81-49E2-A612-0F716592FC7F}">
      <dsp:nvSpPr>
        <dsp:cNvPr id="0" name=""/>
        <dsp:cNvSpPr/>
      </dsp:nvSpPr>
      <dsp:spPr>
        <a:xfrm>
          <a:off x="0" y="707092"/>
          <a:ext cx="459105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7A528-E9F9-4368-9385-1B5512C94082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894E3-3FF7-4B14-8C2F-0C9FBB6BA0E5}">
      <dsp:nvSpPr>
        <dsp:cNvPr id="0" name=""/>
        <dsp:cNvSpPr/>
      </dsp:nvSpPr>
      <dsp:spPr>
        <a:xfrm>
          <a:off x="1507738" y="707092"/>
          <a:ext cx="308331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Recurrence → efficient inference</a:t>
          </a:r>
        </a:p>
      </dsp:txBody>
      <dsp:txXfrm>
        <a:off x="1507738" y="707092"/>
        <a:ext cx="3083311" cy="1305401"/>
      </dsp:txXfrm>
    </dsp:sp>
    <dsp:sp modelId="{0C143A5A-D94F-44B6-9682-8CC8E7309432}">
      <dsp:nvSpPr>
        <dsp:cNvPr id="0" name=""/>
        <dsp:cNvSpPr/>
      </dsp:nvSpPr>
      <dsp:spPr>
        <a:xfrm>
          <a:off x="0" y="2338844"/>
          <a:ext cx="459105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ACA2DC-A2F7-409C-8416-6114EBDCB36A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F2622-EE6C-4289-A2AE-817076D214E4}">
      <dsp:nvSpPr>
        <dsp:cNvPr id="0" name=""/>
        <dsp:cNvSpPr/>
      </dsp:nvSpPr>
      <dsp:spPr>
        <a:xfrm>
          <a:off x="1507738" y="2338844"/>
          <a:ext cx="308331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Unrolled → global convolution (parallel training)</a:t>
          </a:r>
        </a:p>
      </dsp:txBody>
      <dsp:txXfrm>
        <a:off x="1507738" y="2338844"/>
        <a:ext cx="3083311" cy="13054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0C96E9-0808-4C54-A27C-0BAB9121A27D}">
      <dsp:nvSpPr>
        <dsp:cNvPr id="0" name=""/>
        <dsp:cNvSpPr/>
      </dsp:nvSpPr>
      <dsp:spPr>
        <a:xfrm rot="5400000">
          <a:off x="2962573" y="-954843"/>
          <a:ext cx="1121829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Images are non-causal, isotropic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Bidirectional context needed</a:t>
          </a:r>
        </a:p>
      </dsp:txBody>
      <dsp:txXfrm rot="-5400000">
        <a:off x="1865376" y="197117"/>
        <a:ext cx="3261461" cy="1012303"/>
      </dsp:txXfrm>
    </dsp:sp>
    <dsp:sp modelId="{70310D42-EDF3-4C3C-898C-8053E30B1506}">
      <dsp:nvSpPr>
        <dsp:cNvPr id="0" name=""/>
        <dsp:cNvSpPr/>
      </dsp:nvSpPr>
      <dsp:spPr>
        <a:xfrm>
          <a:off x="0" y="2124"/>
          <a:ext cx="186537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Direct 1D → 2D adaptation hard: </a:t>
          </a:r>
        </a:p>
      </dsp:txBody>
      <dsp:txXfrm>
        <a:off x="68454" y="70578"/>
        <a:ext cx="1728468" cy="1265378"/>
      </dsp:txXfrm>
    </dsp:sp>
    <dsp:sp modelId="{407F4802-C5EE-43A2-AE57-26E5A958DD8D}">
      <dsp:nvSpPr>
        <dsp:cNvPr id="0" name=""/>
        <dsp:cNvSpPr/>
      </dsp:nvSpPr>
      <dsp:spPr>
        <a:xfrm rot="5400000">
          <a:off x="2962573" y="517557"/>
          <a:ext cx="1121829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Bi-/cross-scan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latency overhead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incomplete global context</a:t>
          </a:r>
        </a:p>
      </dsp:txBody>
      <dsp:txXfrm rot="-5400000">
        <a:off x="1865376" y="1669518"/>
        <a:ext cx="3261461" cy="1012303"/>
      </dsp:txXfrm>
    </dsp:sp>
    <dsp:sp modelId="{9B34E134-8EB9-4F2A-9D91-A079EDE784E1}">
      <dsp:nvSpPr>
        <dsp:cNvPr id="0" name=""/>
        <dsp:cNvSpPr/>
      </dsp:nvSpPr>
      <dsp:spPr>
        <a:xfrm>
          <a:off x="0" y="1474525"/>
          <a:ext cx="186537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Early attempts (Vim, VMamba): </a:t>
          </a:r>
        </a:p>
      </dsp:txBody>
      <dsp:txXfrm>
        <a:off x="68454" y="1542979"/>
        <a:ext cx="1728468" cy="1265378"/>
      </dsp:txXfrm>
    </dsp:sp>
    <dsp:sp modelId="{CD40E6BF-EBD5-47E6-A2BC-8E30BE0C4BBE}">
      <dsp:nvSpPr>
        <dsp:cNvPr id="0" name=""/>
        <dsp:cNvSpPr/>
      </dsp:nvSpPr>
      <dsp:spPr>
        <a:xfrm rot="5400000">
          <a:off x="2962573" y="1989957"/>
          <a:ext cx="1121829" cy="331622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Hybrid 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Best-of-both-worlds</a:t>
          </a:r>
        </a:p>
      </dsp:txBody>
      <dsp:txXfrm rot="-5400000">
        <a:off x="1865376" y="3141918"/>
        <a:ext cx="3261461" cy="1012303"/>
      </dsp:txXfrm>
    </dsp:sp>
    <dsp:sp modelId="{6C316488-EDD8-41DA-BA79-6B6E7D86D5CA}">
      <dsp:nvSpPr>
        <dsp:cNvPr id="0" name=""/>
        <dsp:cNvSpPr/>
      </dsp:nvSpPr>
      <dsp:spPr>
        <a:xfrm>
          <a:off x="0" y="2946926"/>
          <a:ext cx="186537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MambaVision insight: </a:t>
          </a:r>
        </a:p>
      </dsp:txBody>
      <dsp:txXfrm>
        <a:off x="68454" y="3015380"/>
        <a:ext cx="1728468" cy="126537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93AA3A-0026-4DDF-9F74-C8A852A4258B}">
      <dsp:nvSpPr>
        <dsp:cNvPr id="0" name=""/>
        <dsp:cNvSpPr/>
      </dsp:nvSpPr>
      <dsp:spPr>
        <a:xfrm>
          <a:off x="1313166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Unidirectional recurrence vs. isotropic image context</a:t>
          </a:r>
        </a:p>
      </dsp:txBody>
      <dsp:txXfrm>
        <a:off x="1346176" y="35131"/>
        <a:ext cx="2188056" cy="1061018"/>
      </dsp:txXfrm>
    </dsp:sp>
    <dsp:sp modelId="{46623948-6001-4104-A810-67BBF8293135}">
      <dsp:nvSpPr>
        <dsp:cNvPr id="0" name=""/>
        <dsp:cNvSpPr/>
      </dsp:nvSpPr>
      <dsp:spPr>
        <a:xfrm>
          <a:off x="4130761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Information dilution over long flattened sequences</a:t>
          </a:r>
        </a:p>
      </dsp:txBody>
      <dsp:txXfrm>
        <a:off x="4163771" y="35131"/>
        <a:ext cx="2188056" cy="1061018"/>
      </dsp:txXfrm>
    </dsp:sp>
    <dsp:sp modelId="{BEA79FC7-CA38-410E-A6FC-521701135158}">
      <dsp:nvSpPr>
        <dsp:cNvPr id="0" name=""/>
        <dsp:cNvSpPr/>
      </dsp:nvSpPr>
      <dsp:spPr>
        <a:xfrm>
          <a:off x="6948357" y="2121"/>
          <a:ext cx="2254076" cy="1127038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MambaVision</a:t>
          </a:r>
          <a:r>
            <a:rPr lang="en-US" sz="1800" kern="1200" dirty="0"/>
            <a:t> solution</a:t>
          </a:r>
        </a:p>
      </dsp:txBody>
      <dsp:txXfrm>
        <a:off x="6981367" y="35131"/>
        <a:ext cx="2188056" cy="1061018"/>
      </dsp:txXfrm>
    </dsp:sp>
    <dsp:sp modelId="{F0529F36-9E99-4272-BFCF-C1CCC166CA44}">
      <dsp:nvSpPr>
        <dsp:cNvPr id="0" name=""/>
        <dsp:cNvSpPr/>
      </dsp:nvSpPr>
      <dsp:spPr>
        <a:xfrm>
          <a:off x="7173764" y="1129159"/>
          <a:ext cx="225407" cy="8452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5278"/>
              </a:lnTo>
              <a:lnTo>
                <a:pt x="225407" y="84527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908B5E-6D62-48A5-9C40-5B9906DB6E61}">
      <dsp:nvSpPr>
        <dsp:cNvPr id="0" name=""/>
        <dsp:cNvSpPr/>
      </dsp:nvSpPr>
      <dsp:spPr>
        <a:xfrm>
          <a:off x="7399172" y="1410918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Don't force SSM to do everything</a:t>
          </a:r>
        </a:p>
      </dsp:txBody>
      <dsp:txXfrm>
        <a:off x="7432182" y="1443928"/>
        <a:ext cx="1737241" cy="1061018"/>
      </dsp:txXfrm>
    </dsp:sp>
    <dsp:sp modelId="{F5795A2F-2E2B-43C2-A7ED-9350481BBEA0}">
      <dsp:nvSpPr>
        <dsp:cNvPr id="0" name=""/>
        <dsp:cNvSpPr/>
      </dsp:nvSpPr>
      <dsp:spPr>
        <a:xfrm>
          <a:off x="7173764" y="1129159"/>
          <a:ext cx="225407" cy="22540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54076"/>
              </a:lnTo>
              <a:lnTo>
                <a:pt x="225407" y="225407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CF7AA7-F628-4D78-8241-24B0006606C5}">
      <dsp:nvSpPr>
        <dsp:cNvPr id="0" name=""/>
        <dsp:cNvSpPr/>
      </dsp:nvSpPr>
      <dsp:spPr>
        <a:xfrm>
          <a:off x="7399172" y="2819716"/>
          <a:ext cx="1803261" cy="11270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Pair with attention at end for global reasoning</a:t>
          </a:r>
        </a:p>
      </dsp:txBody>
      <dsp:txXfrm>
        <a:off x="7432182" y="2852726"/>
        <a:ext cx="1737241" cy="10610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065E6-6C8B-4294-BB15-5FF86C79589D}">
      <dsp:nvSpPr>
        <dsp:cNvPr id="0" name=""/>
        <dsp:cNvSpPr/>
      </dsp:nvSpPr>
      <dsp:spPr>
        <a:xfrm>
          <a:off x="914424" y="814454"/>
          <a:ext cx="982801" cy="9828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9BE77-5296-49E6-95A9-F70E384E516D}">
      <dsp:nvSpPr>
        <dsp:cNvPr id="0" name=""/>
        <dsp:cNvSpPr/>
      </dsp:nvSpPr>
      <dsp:spPr>
        <a:xfrm>
          <a:off x="313823" y="2121949"/>
          <a:ext cx="2184003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High-res → mostly local dependencies</a:t>
          </a:r>
        </a:p>
      </dsp:txBody>
      <dsp:txXfrm>
        <a:off x="313823" y="2121949"/>
        <a:ext cx="2184003" cy="855000"/>
      </dsp:txXfrm>
    </dsp:sp>
    <dsp:sp modelId="{1E8D6296-A0B7-4051-A1CD-CC721E0D9D35}">
      <dsp:nvSpPr>
        <dsp:cNvPr id="0" name=""/>
        <dsp:cNvSpPr/>
      </dsp:nvSpPr>
      <dsp:spPr>
        <a:xfrm>
          <a:off x="3480629" y="814454"/>
          <a:ext cx="982801" cy="9828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F1EE2-1510-4F2C-BD43-8A27E16EA984}">
      <dsp:nvSpPr>
        <dsp:cNvPr id="0" name=""/>
        <dsp:cNvSpPr/>
      </dsp:nvSpPr>
      <dsp:spPr>
        <a:xfrm>
          <a:off x="2880028" y="2121949"/>
          <a:ext cx="2184003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Conv </a:t>
          </a:r>
          <a:r>
            <a:rPr lang="en-US" sz="1800" kern="1200" dirty="0" err="1"/>
            <a:t>ResBlocks</a:t>
          </a:r>
          <a:r>
            <a:rPr lang="en-US" sz="1800" kern="1200" dirty="0"/>
            <a:t>: Efficient edge/texture detection</a:t>
          </a:r>
        </a:p>
      </dsp:txBody>
      <dsp:txXfrm>
        <a:off x="2880028" y="2121949"/>
        <a:ext cx="2184003" cy="855000"/>
      </dsp:txXfrm>
    </dsp:sp>
    <dsp:sp modelId="{3B5CBD50-C8A6-468A-8340-590B81BAFDCE}">
      <dsp:nvSpPr>
        <dsp:cNvPr id="0" name=""/>
        <dsp:cNvSpPr/>
      </dsp:nvSpPr>
      <dsp:spPr>
        <a:xfrm>
          <a:off x="6046833" y="814454"/>
          <a:ext cx="982801" cy="9828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947888-ADB6-450B-B34C-A5B64510B90B}">
      <dsp:nvSpPr>
        <dsp:cNvPr id="0" name=""/>
        <dsp:cNvSpPr/>
      </dsp:nvSpPr>
      <dsp:spPr>
        <a:xfrm>
          <a:off x="5446232" y="2121949"/>
          <a:ext cx="2184003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Avoid wasteful SSM/Attention at high resolution</a:t>
          </a:r>
        </a:p>
      </dsp:txBody>
      <dsp:txXfrm>
        <a:off x="5446232" y="2121949"/>
        <a:ext cx="2184003" cy="855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5DCE3-3A1E-4FAB-AE45-D72992C4FE7E}">
      <dsp:nvSpPr>
        <dsp:cNvPr id="0" name=""/>
        <dsp:cNvSpPr/>
      </dsp:nvSpPr>
      <dsp:spPr>
        <a:xfrm>
          <a:off x="975396" y="864412"/>
          <a:ext cx="1106930" cy="11069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AFFBD-87BB-4B15-9BBE-2FE40C17F7F0}">
      <dsp:nvSpPr>
        <dsp:cNvPr id="0" name=""/>
        <dsp:cNvSpPr/>
      </dsp:nvSpPr>
      <dsp:spPr>
        <a:xfrm>
          <a:off x="298938" y="2364738"/>
          <a:ext cx="2459846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First half layers → MambaVision Mixer (linear complexity)</a:t>
          </a:r>
        </a:p>
      </dsp:txBody>
      <dsp:txXfrm>
        <a:off x="298938" y="2364738"/>
        <a:ext cx="2459846" cy="1122187"/>
      </dsp:txXfrm>
    </dsp:sp>
    <dsp:sp modelId="{C63E98D7-47B4-40D4-B9AC-A9863DE23526}">
      <dsp:nvSpPr>
        <dsp:cNvPr id="0" name=""/>
        <dsp:cNvSpPr/>
      </dsp:nvSpPr>
      <dsp:spPr>
        <a:xfrm>
          <a:off x="3865716" y="864412"/>
          <a:ext cx="1106930" cy="11069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F58D3-54D9-4C2B-B217-6B618300BB9B}">
      <dsp:nvSpPr>
        <dsp:cNvPr id="0" name=""/>
        <dsp:cNvSpPr/>
      </dsp:nvSpPr>
      <dsp:spPr>
        <a:xfrm>
          <a:off x="3189258" y="2364738"/>
          <a:ext cx="2459846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Second half → Self-Attention</a:t>
          </a:r>
        </a:p>
      </dsp:txBody>
      <dsp:txXfrm>
        <a:off x="3189258" y="2364738"/>
        <a:ext cx="2459846" cy="1122187"/>
      </dsp:txXfrm>
    </dsp:sp>
    <dsp:sp modelId="{FB5A670F-CB08-4D1C-829F-CB9242AF29D1}">
      <dsp:nvSpPr>
        <dsp:cNvPr id="0" name=""/>
        <dsp:cNvSpPr/>
      </dsp:nvSpPr>
      <dsp:spPr>
        <a:xfrm>
          <a:off x="6756036" y="864412"/>
          <a:ext cx="1106930" cy="11069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4961F8-7635-4320-BBB7-C28E8CED22D5}">
      <dsp:nvSpPr>
        <dsp:cNvPr id="0" name=""/>
        <dsp:cNvSpPr/>
      </dsp:nvSpPr>
      <dsp:spPr>
        <a:xfrm>
          <a:off x="6079578" y="2364738"/>
          <a:ext cx="2459846" cy="112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SSM pre-processes → refined features → attention maximizes value</a:t>
          </a:r>
        </a:p>
      </dsp:txBody>
      <dsp:txXfrm>
        <a:off x="6079578" y="2364738"/>
        <a:ext cx="2459846" cy="112218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44BFE-0292-4F10-8D5B-16949DB68DC3}">
      <dsp:nvSpPr>
        <dsp:cNvPr id="0" name=""/>
        <dsp:cNvSpPr/>
      </dsp:nvSpPr>
      <dsp:spPr>
        <a:xfrm>
          <a:off x="1344" y="972889"/>
          <a:ext cx="738281" cy="7382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84B756-2405-4470-B095-4E31E39A05C0}">
      <dsp:nvSpPr>
        <dsp:cNvPr id="0" name=""/>
        <dsp:cNvSpPr/>
      </dsp:nvSpPr>
      <dsp:spPr>
        <a:xfrm>
          <a:off x="1344" y="1814609"/>
          <a:ext cx="2109374" cy="563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pt-BR" sz="1800" kern="1200"/>
            <a:t>Causal conV → Regular conv </a:t>
          </a:r>
          <a:endParaRPr lang="en-US" sz="1800" kern="1200"/>
        </a:p>
      </dsp:txBody>
      <dsp:txXfrm>
        <a:off x="1344" y="1814609"/>
        <a:ext cx="2109374" cy="563598"/>
      </dsp:txXfrm>
    </dsp:sp>
    <dsp:sp modelId="{FBF36D18-BAFA-407B-B45C-C92EF6859C18}">
      <dsp:nvSpPr>
        <dsp:cNvPr id="0" name=""/>
        <dsp:cNvSpPr/>
      </dsp:nvSpPr>
      <dsp:spPr>
        <a:xfrm>
          <a:off x="1344" y="2426319"/>
          <a:ext cx="2109374" cy="952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Improved performance across all metrics</a:t>
          </a:r>
        </a:p>
      </dsp:txBody>
      <dsp:txXfrm>
        <a:off x="1344" y="2426319"/>
        <a:ext cx="2109374" cy="952128"/>
      </dsp:txXfrm>
    </dsp:sp>
    <dsp:sp modelId="{D793CABD-F9B2-465D-AE34-CB0885A353E0}">
      <dsp:nvSpPr>
        <dsp:cNvPr id="0" name=""/>
        <dsp:cNvSpPr/>
      </dsp:nvSpPr>
      <dsp:spPr>
        <a:xfrm>
          <a:off x="2479860" y="972889"/>
          <a:ext cx="738281" cy="7382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63171-C9AE-4E36-89BB-E1C90D580098}">
      <dsp:nvSpPr>
        <dsp:cNvPr id="0" name=""/>
        <dsp:cNvSpPr/>
      </dsp:nvSpPr>
      <dsp:spPr>
        <a:xfrm>
          <a:off x="2479860" y="1814609"/>
          <a:ext cx="2109374" cy="563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Gating</a:t>
          </a:r>
          <a:r>
            <a:rPr lang="pt-BR" sz="1800" kern="1200"/>
            <a:t> → Concat</a:t>
          </a:r>
          <a:endParaRPr lang="en-US" sz="1800" kern="1200"/>
        </a:p>
      </dsp:txBody>
      <dsp:txXfrm>
        <a:off x="2479860" y="1814609"/>
        <a:ext cx="2109374" cy="563598"/>
      </dsp:txXfrm>
    </dsp:sp>
    <dsp:sp modelId="{752F3D59-4B5B-4339-B042-EF8758F8C593}">
      <dsp:nvSpPr>
        <dsp:cNvPr id="0" name=""/>
        <dsp:cNvSpPr/>
      </dsp:nvSpPr>
      <dsp:spPr>
        <a:xfrm>
          <a:off x="2479860" y="2426319"/>
          <a:ext cx="2109374" cy="952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Learns richer feature representations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Enhanced global context understanding</a:t>
          </a:r>
        </a:p>
      </dsp:txBody>
      <dsp:txXfrm>
        <a:off x="2479860" y="2426319"/>
        <a:ext cx="2109374" cy="952128"/>
      </dsp:txXfrm>
    </dsp:sp>
    <dsp:sp modelId="{98A2C309-1498-4721-A008-425260F72D90}">
      <dsp:nvSpPr>
        <dsp:cNvPr id="0" name=""/>
        <dsp:cNvSpPr/>
      </dsp:nvSpPr>
      <dsp:spPr>
        <a:xfrm>
          <a:off x="4958376" y="972889"/>
          <a:ext cx="738281" cy="7382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D2510-912F-49FD-BB97-D3F5FB70CEBF}">
      <dsp:nvSpPr>
        <dsp:cNvPr id="0" name=""/>
        <dsp:cNvSpPr/>
      </dsp:nvSpPr>
      <dsp:spPr>
        <a:xfrm>
          <a:off x="4958376" y="1814609"/>
          <a:ext cx="2109374" cy="5635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Symmetric dual-branch:</a:t>
          </a:r>
        </a:p>
      </dsp:txBody>
      <dsp:txXfrm>
        <a:off x="4958376" y="1814609"/>
        <a:ext cx="2109374" cy="563598"/>
      </dsp:txXfrm>
    </dsp:sp>
    <dsp:sp modelId="{98963291-378C-49C7-A363-192C501D272B}">
      <dsp:nvSpPr>
        <dsp:cNvPr id="0" name=""/>
        <dsp:cNvSpPr/>
      </dsp:nvSpPr>
      <dsp:spPr>
        <a:xfrm>
          <a:off x="4958376" y="2426319"/>
          <a:ext cx="2109374" cy="952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Branch 1: Selective Scan (long-range)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Branch 2: Additional conv</a:t>
          </a:r>
        </a:p>
      </dsp:txBody>
      <dsp:txXfrm>
        <a:off x="4958376" y="2426319"/>
        <a:ext cx="2109374" cy="95212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2E78A-E193-4B61-A0C8-6E9BD0DA4594}">
      <dsp:nvSpPr>
        <dsp:cNvPr id="0" name=""/>
        <dsp:cNvSpPr/>
      </dsp:nvSpPr>
      <dsp:spPr>
        <a:xfrm>
          <a:off x="0" y="216153"/>
          <a:ext cx="773457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CNNs: Efficient, local (translation invariance)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/>
            <a:t>ViTs</a:t>
          </a:r>
          <a:r>
            <a:rPr lang="en-US" sz="1400" kern="1200" dirty="0"/>
            <a:t>: Global context via self-attention, but quadratic cost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SSMs (Mamba): Linear-time modeling, strong in language, challenging for 2D non-causal images</a:t>
          </a:r>
        </a:p>
      </dsp:txBody>
      <dsp:txXfrm>
        <a:off x="0" y="216153"/>
        <a:ext cx="7734570" cy="1020600"/>
      </dsp:txXfrm>
    </dsp:sp>
    <dsp:sp modelId="{0F71CEF4-CF33-4099-BCF3-F538CB34115A}">
      <dsp:nvSpPr>
        <dsp:cNvPr id="0" name=""/>
        <dsp:cNvSpPr/>
      </dsp:nvSpPr>
      <dsp:spPr>
        <a:xfrm>
          <a:off x="386728" y="3903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Vision Backbone Evolution</a:t>
          </a:r>
        </a:p>
      </dsp:txBody>
      <dsp:txXfrm>
        <a:off x="404021" y="56326"/>
        <a:ext cx="5379613" cy="319654"/>
      </dsp:txXfrm>
    </dsp:sp>
    <dsp:sp modelId="{C9ABF7FA-B382-4E36-AD27-3C81318B5BE4}">
      <dsp:nvSpPr>
        <dsp:cNvPr id="0" name=""/>
        <dsp:cNvSpPr/>
      </dsp:nvSpPr>
      <dsp:spPr>
        <a:xfrm>
          <a:off x="0" y="1478673"/>
          <a:ext cx="7734570" cy="5670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Novel hybrid architecture: CNN + SSM (Mamba) + Transformer</a:t>
          </a:r>
        </a:p>
      </dsp:txBody>
      <dsp:txXfrm>
        <a:off x="0" y="1478673"/>
        <a:ext cx="7734570" cy="567000"/>
      </dsp:txXfrm>
    </dsp:sp>
    <dsp:sp modelId="{EBF48EF5-87AB-4E90-8D25-8C3DB97A1656}">
      <dsp:nvSpPr>
        <dsp:cNvPr id="0" name=""/>
        <dsp:cNvSpPr/>
      </dsp:nvSpPr>
      <dsp:spPr>
        <a:xfrm>
          <a:off x="386728" y="130155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>
              <a:noFill/>
            </a:rPr>
            <a:t>MambaVision</a:t>
          </a:r>
          <a:endParaRPr lang="en-US" sz="1400" kern="1200" dirty="0">
            <a:noFill/>
          </a:endParaRPr>
        </a:p>
      </dsp:txBody>
      <dsp:txXfrm>
        <a:off x="404021" y="1318846"/>
        <a:ext cx="5379613" cy="319654"/>
      </dsp:txXfrm>
    </dsp:sp>
    <dsp:sp modelId="{12AC4E95-5CEB-41BB-9EEA-31929E230FAA}">
      <dsp:nvSpPr>
        <dsp:cNvPr id="0" name=""/>
        <dsp:cNvSpPr/>
      </dsp:nvSpPr>
      <dsp:spPr>
        <a:xfrm>
          <a:off x="0" y="2287593"/>
          <a:ext cx="7734570" cy="7938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noFill/>
            </a:rPr>
            <a:t>Redesigned "vision-friendly" Mamba block: Removes causality, adds symmetric branches</a:t>
          </a:r>
          <a:endParaRPr lang="en-US" sz="1400" kern="1200" dirty="0">
            <a:noFill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noFill/>
            </a:rPr>
            <a:t>Self-attention integrated only in final stages → balances efficiency &amp; global modeling</a:t>
          </a:r>
          <a:endParaRPr lang="en-US" sz="1400" kern="1200" dirty="0">
            <a:noFill/>
          </a:endParaRPr>
        </a:p>
      </dsp:txBody>
      <dsp:txXfrm>
        <a:off x="0" y="2287593"/>
        <a:ext cx="7734570" cy="793800"/>
      </dsp:txXfrm>
    </dsp:sp>
    <dsp:sp modelId="{05A4A584-040F-476F-9968-7CEE6AC07FD3}">
      <dsp:nvSpPr>
        <dsp:cNvPr id="0" name=""/>
        <dsp:cNvSpPr/>
      </dsp:nvSpPr>
      <dsp:spPr>
        <a:xfrm>
          <a:off x="386728" y="211047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Key Innovations</a:t>
          </a:r>
        </a:p>
      </dsp:txBody>
      <dsp:txXfrm>
        <a:off x="404021" y="2127766"/>
        <a:ext cx="5379613" cy="319654"/>
      </dsp:txXfrm>
    </dsp:sp>
    <dsp:sp modelId="{FA99FBF2-6A4E-49D1-AB7D-6F1EDE89C225}">
      <dsp:nvSpPr>
        <dsp:cNvPr id="0" name=""/>
        <dsp:cNvSpPr/>
      </dsp:nvSpPr>
      <dsp:spPr>
        <a:xfrm>
          <a:off x="0" y="3323313"/>
          <a:ext cx="7734570" cy="7938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Achieves new state-of-the-art Pareto front on ImageNet-1K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Superior Top-1 accuracy and image throughput tradeoff</a:t>
          </a:r>
        </a:p>
      </dsp:txBody>
      <dsp:txXfrm>
        <a:off x="0" y="3323313"/>
        <a:ext cx="7734570" cy="793800"/>
      </dsp:txXfrm>
    </dsp:sp>
    <dsp:sp modelId="{14AE87F1-E49C-4359-9157-313064BF42A4}">
      <dsp:nvSpPr>
        <dsp:cNvPr id="0" name=""/>
        <dsp:cNvSpPr/>
      </dsp:nvSpPr>
      <dsp:spPr>
        <a:xfrm>
          <a:off x="386728" y="314619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Performance Breakthrough</a:t>
          </a:r>
        </a:p>
      </dsp:txBody>
      <dsp:txXfrm>
        <a:off x="404021" y="3163486"/>
        <a:ext cx="5379613" cy="319654"/>
      </dsp:txXfrm>
    </dsp:sp>
    <dsp:sp modelId="{CD293CBD-B99A-491B-AD59-A20EF3CF7BFB}">
      <dsp:nvSpPr>
        <dsp:cNvPr id="0" name=""/>
        <dsp:cNvSpPr/>
      </dsp:nvSpPr>
      <dsp:spPr>
        <a:xfrm>
          <a:off x="0" y="4359033"/>
          <a:ext cx="7734570" cy="102060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Strong results in downstream tasks: object detection, semantic segmentation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Scalable for foundation model pre-training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Blueprint for next-gen efficient, high-performance vision backbones</a:t>
          </a:r>
        </a:p>
      </dsp:txBody>
      <dsp:txXfrm>
        <a:off x="0" y="4359033"/>
        <a:ext cx="7734570" cy="1020600"/>
      </dsp:txXfrm>
    </dsp:sp>
    <dsp:sp modelId="{F33D6E4E-63E2-4FDB-9AC7-FB79F3A261B1}">
      <dsp:nvSpPr>
        <dsp:cNvPr id="0" name=""/>
        <dsp:cNvSpPr/>
      </dsp:nvSpPr>
      <dsp:spPr>
        <a:xfrm>
          <a:off x="386728" y="418191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Broader Impact</a:t>
          </a:r>
        </a:p>
      </dsp:txBody>
      <dsp:txXfrm>
        <a:off x="404021" y="4199206"/>
        <a:ext cx="5379613" cy="31965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2E78A-E193-4B61-A0C8-6E9BD0DA4594}">
      <dsp:nvSpPr>
        <dsp:cNvPr id="0" name=""/>
        <dsp:cNvSpPr/>
      </dsp:nvSpPr>
      <dsp:spPr>
        <a:xfrm>
          <a:off x="0" y="216153"/>
          <a:ext cx="773457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CNNs: Efficient, local (translation invariance)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/>
            <a:t>ViTs</a:t>
          </a:r>
          <a:r>
            <a:rPr lang="en-US" sz="1400" kern="1200" dirty="0"/>
            <a:t>: Global context via self-attention, but quadratic cost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SSMs (Mamba): Linear-time modeling, strong in language, challenging for 2D non-causal images</a:t>
          </a:r>
        </a:p>
      </dsp:txBody>
      <dsp:txXfrm>
        <a:off x="0" y="216153"/>
        <a:ext cx="7734570" cy="1020600"/>
      </dsp:txXfrm>
    </dsp:sp>
    <dsp:sp modelId="{0F71CEF4-CF33-4099-BCF3-F538CB34115A}">
      <dsp:nvSpPr>
        <dsp:cNvPr id="0" name=""/>
        <dsp:cNvSpPr/>
      </dsp:nvSpPr>
      <dsp:spPr>
        <a:xfrm>
          <a:off x="386728" y="3903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Vision Backbone Evolution</a:t>
          </a:r>
        </a:p>
      </dsp:txBody>
      <dsp:txXfrm>
        <a:off x="404021" y="56326"/>
        <a:ext cx="5379613" cy="319654"/>
      </dsp:txXfrm>
    </dsp:sp>
    <dsp:sp modelId="{C9ABF7FA-B382-4E36-AD27-3C81318B5BE4}">
      <dsp:nvSpPr>
        <dsp:cNvPr id="0" name=""/>
        <dsp:cNvSpPr/>
      </dsp:nvSpPr>
      <dsp:spPr>
        <a:xfrm>
          <a:off x="0" y="1478673"/>
          <a:ext cx="7734570" cy="56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Novel hybrid architecture: CNN + SSM (Mamba) + Transformer</a:t>
          </a:r>
        </a:p>
      </dsp:txBody>
      <dsp:txXfrm>
        <a:off x="0" y="1478673"/>
        <a:ext cx="7734570" cy="567000"/>
      </dsp:txXfrm>
    </dsp:sp>
    <dsp:sp modelId="{EBF48EF5-87AB-4E90-8D25-8C3DB97A1656}">
      <dsp:nvSpPr>
        <dsp:cNvPr id="0" name=""/>
        <dsp:cNvSpPr/>
      </dsp:nvSpPr>
      <dsp:spPr>
        <a:xfrm>
          <a:off x="386728" y="130155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MambaVision</a:t>
          </a:r>
          <a:endParaRPr lang="en-US" sz="1400" kern="1200" dirty="0"/>
        </a:p>
      </dsp:txBody>
      <dsp:txXfrm>
        <a:off x="404021" y="1318846"/>
        <a:ext cx="5379613" cy="319654"/>
      </dsp:txXfrm>
    </dsp:sp>
    <dsp:sp modelId="{12AC4E95-5CEB-41BB-9EEA-31929E230FAA}">
      <dsp:nvSpPr>
        <dsp:cNvPr id="0" name=""/>
        <dsp:cNvSpPr/>
      </dsp:nvSpPr>
      <dsp:spPr>
        <a:xfrm>
          <a:off x="0" y="2287593"/>
          <a:ext cx="7734570" cy="7938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noFill/>
            </a:rPr>
            <a:t>Redesigned "vision-friendly" Mamba block: Removes causality, adds symmetric branches</a:t>
          </a:r>
          <a:endParaRPr lang="en-US" sz="1400" kern="1200" dirty="0">
            <a:noFill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>
              <a:noFill/>
            </a:rPr>
            <a:t>Self-attention integrated only in final stages → balances efficiency &amp; global modeling</a:t>
          </a:r>
          <a:endParaRPr lang="en-US" sz="1400" kern="1200" dirty="0">
            <a:noFill/>
          </a:endParaRPr>
        </a:p>
      </dsp:txBody>
      <dsp:txXfrm>
        <a:off x="0" y="2287593"/>
        <a:ext cx="7734570" cy="793800"/>
      </dsp:txXfrm>
    </dsp:sp>
    <dsp:sp modelId="{05A4A584-040F-476F-9968-7CEE6AC07FD3}">
      <dsp:nvSpPr>
        <dsp:cNvPr id="0" name=""/>
        <dsp:cNvSpPr/>
      </dsp:nvSpPr>
      <dsp:spPr>
        <a:xfrm>
          <a:off x="386728" y="211047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Key Innovations</a:t>
          </a:r>
        </a:p>
      </dsp:txBody>
      <dsp:txXfrm>
        <a:off x="404021" y="2127766"/>
        <a:ext cx="5379613" cy="319654"/>
      </dsp:txXfrm>
    </dsp:sp>
    <dsp:sp modelId="{FA99FBF2-6A4E-49D1-AB7D-6F1EDE89C225}">
      <dsp:nvSpPr>
        <dsp:cNvPr id="0" name=""/>
        <dsp:cNvSpPr/>
      </dsp:nvSpPr>
      <dsp:spPr>
        <a:xfrm>
          <a:off x="0" y="3323313"/>
          <a:ext cx="7734570" cy="7938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Achieves new state-of-the-art Pareto front on ImageNet-1K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Superior Top-1 accuracy and image throughput tradeoff</a:t>
          </a:r>
        </a:p>
      </dsp:txBody>
      <dsp:txXfrm>
        <a:off x="0" y="3323313"/>
        <a:ext cx="7734570" cy="793800"/>
      </dsp:txXfrm>
    </dsp:sp>
    <dsp:sp modelId="{14AE87F1-E49C-4359-9157-313064BF42A4}">
      <dsp:nvSpPr>
        <dsp:cNvPr id="0" name=""/>
        <dsp:cNvSpPr/>
      </dsp:nvSpPr>
      <dsp:spPr>
        <a:xfrm>
          <a:off x="386728" y="314619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Performance Breakthrough</a:t>
          </a:r>
        </a:p>
      </dsp:txBody>
      <dsp:txXfrm>
        <a:off x="404021" y="3163486"/>
        <a:ext cx="5379613" cy="319654"/>
      </dsp:txXfrm>
    </dsp:sp>
    <dsp:sp modelId="{CD293CBD-B99A-491B-AD59-A20EF3CF7BFB}">
      <dsp:nvSpPr>
        <dsp:cNvPr id="0" name=""/>
        <dsp:cNvSpPr/>
      </dsp:nvSpPr>
      <dsp:spPr>
        <a:xfrm>
          <a:off x="0" y="4359033"/>
          <a:ext cx="7734570" cy="102060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Strong results in downstream tasks: object detection, semantic segmentation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Scalable for foundation model pre-training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Blueprint for next-gen efficient, high-performance vision backbones</a:t>
          </a:r>
        </a:p>
      </dsp:txBody>
      <dsp:txXfrm>
        <a:off x="0" y="4359033"/>
        <a:ext cx="7734570" cy="1020600"/>
      </dsp:txXfrm>
    </dsp:sp>
    <dsp:sp modelId="{F33D6E4E-63E2-4FDB-9AC7-FB79F3A261B1}">
      <dsp:nvSpPr>
        <dsp:cNvPr id="0" name=""/>
        <dsp:cNvSpPr/>
      </dsp:nvSpPr>
      <dsp:spPr>
        <a:xfrm>
          <a:off x="386728" y="418191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Broader Impact</a:t>
          </a:r>
        </a:p>
      </dsp:txBody>
      <dsp:txXfrm>
        <a:off x="404021" y="4199206"/>
        <a:ext cx="5379613" cy="31965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2E78A-E193-4B61-A0C8-6E9BD0DA4594}">
      <dsp:nvSpPr>
        <dsp:cNvPr id="0" name=""/>
        <dsp:cNvSpPr/>
      </dsp:nvSpPr>
      <dsp:spPr>
        <a:xfrm>
          <a:off x="0" y="216153"/>
          <a:ext cx="773457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CNNs: Efficient, local (translation invariance)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/>
            <a:t>ViTs</a:t>
          </a:r>
          <a:r>
            <a:rPr lang="en-US" sz="1400" kern="1200" dirty="0"/>
            <a:t>: Global context via self-attention, but quadratic cost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SSMs (Mamba): Linear-time modeling, strong in language, challenging for 2D non-causal images</a:t>
          </a:r>
        </a:p>
      </dsp:txBody>
      <dsp:txXfrm>
        <a:off x="0" y="216153"/>
        <a:ext cx="7734570" cy="1020600"/>
      </dsp:txXfrm>
    </dsp:sp>
    <dsp:sp modelId="{0F71CEF4-CF33-4099-BCF3-F538CB34115A}">
      <dsp:nvSpPr>
        <dsp:cNvPr id="0" name=""/>
        <dsp:cNvSpPr/>
      </dsp:nvSpPr>
      <dsp:spPr>
        <a:xfrm>
          <a:off x="386728" y="3903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Vision Backbone Evolution</a:t>
          </a:r>
        </a:p>
      </dsp:txBody>
      <dsp:txXfrm>
        <a:off x="404021" y="56326"/>
        <a:ext cx="5379613" cy="319654"/>
      </dsp:txXfrm>
    </dsp:sp>
    <dsp:sp modelId="{C9ABF7FA-B382-4E36-AD27-3C81318B5BE4}">
      <dsp:nvSpPr>
        <dsp:cNvPr id="0" name=""/>
        <dsp:cNvSpPr/>
      </dsp:nvSpPr>
      <dsp:spPr>
        <a:xfrm>
          <a:off x="0" y="1478673"/>
          <a:ext cx="7734570" cy="56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Novel hybrid architecture: CNN + SSM (Mamba) + Transformer</a:t>
          </a:r>
        </a:p>
      </dsp:txBody>
      <dsp:txXfrm>
        <a:off x="0" y="1478673"/>
        <a:ext cx="7734570" cy="567000"/>
      </dsp:txXfrm>
    </dsp:sp>
    <dsp:sp modelId="{EBF48EF5-87AB-4E90-8D25-8C3DB97A1656}">
      <dsp:nvSpPr>
        <dsp:cNvPr id="0" name=""/>
        <dsp:cNvSpPr/>
      </dsp:nvSpPr>
      <dsp:spPr>
        <a:xfrm>
          <a:off x="386728" y="130155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MambaVision</a:t>
          </a:r>
          <a:endParaRPr lang="en-US" sz="1400" kern="1200" dirty="0"/>
        </a:p>
      </dsp:txBody>
      <dsp:txXfrm>
        <a:off x="404021" y="1318846"/>
        <a:ext cx="5379613" cy="319654"/>
      </dsp:txXfrm>
    </dsp:sp>
    <dsp:sp modelId="{12AC4E95-5CEB-41BB-9EEA-31929E230FAA}">
      <dsp:nvSpPr>
        <dsp:cNvPr id="0" name=""/>
        <dsp:cNvSpPr/>
      </dsp:nvSpPr>
      <dsp:spPr>
        <a:xfrm>
          <a:off x="0" y="2287593"/>
          <a:ext cx="773457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Redesigned "vision-friendly" Mamba block: Removes causality, adds symmetric branches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Self-attention integrated only in final stages → balances efficiency &amp; global modeling</a:t>
          </a:r>
          <a:endParaRPr lang="en-US" sz="1400" kern="1200" dirty="0"/>
        </a:p>
      </dsp:txBody>
      <dsp:txXfrm>
        <a:off x="0" y="2287593"/>
        <a:ext cx="7734570" cy="793800"/>
      </dsp:txXfrm>
    </dsp:sp>
    <dsp:sp modelId="{05A4A584-040F-476F-9968-7CEE6AC07FD3}">
      <dsp:nvSpPr>
        <dsp:cNvPr id="0" name=""/>
        <dsp:cNvSpPr/>
      </dsp:nvSpPr>
      <dsp:spPr>
        <a:xfrm>
          <a:off x="386728" y="211047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Innovations</a:t>
          </a:r>
        </a:p>
      </dsp:txBody>
      <dsp:txXfrm>
        <a:off x="404021" y="2127766"/>
        <a:ext cx="5379613" cy="319654"/>
      </dsp:txXfrm>
    </dsp:sp>
    <dsp:sp modelId="{FA99FBF2-6A4E-49D1-AB7D-6F1EDE89C225}">
      <dsp:nvSpPr>
        <dsp:cNvPr id="0" name=""/>
        <dsp:cNvSpPr/>
      </dsp:nvSpPr>
      <dsp:spPr>
        <a:xfrm>
          <a:off x="0" y="3323313"/>
          <a:ext cx="7734570" cy="79380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Achieves new state-of-the-art Pareto front on ImageNet-1K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Superior Top-1 accuracy and image throughput tradeoff</a:t>
          </a:r>
        </a:p>
      </dsp:txBody>
      <dsp:txXfrm>
        <a:off x="0" y="3323313"/>
        <a:ext cx="7734570" cy="793800"/>
      </dsp:txXfrm>
    </dsp:sp>
    <dsp:sp modelId="{14AE87F1-E49C-4359-9157-313064BF42A4}">
      <dsp:nvSpPr>
        <dsp:cNvPr id="0" name=""/>
        <dsp:cNvSpPr/>
      </dsp:nvSpPr>
      <dsp:spPr>
        <a:xfrm>
          <a:off x="386728" y="314619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Performance Breakthrough</a:t>
          </a:r>
        </a:p>
      </dsp:txBody>
      <dsp:txXfrm>
        <a:off x="404021" y="3163486"/>
        <a:ext cx="5379613" cy="319654"/>
      </dsp:txXfrm>
    </dsp:sp>
    <dsp:sp modelId="{CD293CBD-B99A-491B-AD59-A20EF3CF7BFB}">
      <dsp:nvSpPr>
        <dsp:cNvPr id="0" name=""/>
        <dsp:cNvSpPr/>
      </dsp:nvSpPr>
      <dsp:spPr>
        <a:xfrm>
          <a:off x="0" y="4359033"/>
          <a:ext cx="7734570" cy="102060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Strong results in downstream tasks: object detection, semantic segmentation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Scalable for foundation model pre-training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Blueprint for next-gen efficient, high-performance vision backbones</a:t>
          </a:r>
        </a:p>
      </dsp:txBody>
      <dsp:txXfrm>
        <a:off x="0" y="4359033"/>
        <a:ext cx="7734570" cy="1020600"/>
      </dsp:txXfrm>
    </dsp:sp>
    <dsp:sp modelId="{F33D6E4E-63E2-4FDB-9AC7-FB79F3A261B1}">
      <dsp:nvSpPr>
        <dsp:cNvPr id="0" name=""/>
        <dsp:cNvSpPr/>
      </dsp:nvSpPr>
      <dsp:spPr>
        <a:xfrm>
          <a:off x="386728" y="418191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Broader Impact</a:t>
          </a:r>
        </a:p>
      </dsp:txBody>
      <dsp:txXfrm>
        <a:off x="404021" y="4199206"/>
        <a:ext cx="5379613" cy="31965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2E78A-E193-4B61-A0C8-6E9BD0DA4594}">
      <dsp:nvSpPr>
        <dsp:cNvPr id="0" name=""/>
        <dsp:cNvSpPr/>
      </dsp:nvSpPr>
      <dsp:spPr>
        <a:xfrm>
          <a:off x="0" y="216153"/>
          <a:ext cx="773457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CNNs: Efficient, local (translation invariance)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/>
            <a:t>ViTs</a:t>
          </a:r>
          <a:r>
            <a:rPr lang="en-US" sz="1400" kern="1200" dirty="0"/>
            <a:t>: Global context via self-attention, but quadratic cost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SSMs (Mamba): Linear-time modeling, strong in language, challenging for 2D non-causal images</a:t>
          </a:r>
        </a:p>
      </dsp:txBody>
      <dsp:txXfrm>
        <a:off x="0" y="216153"/>
        <a:ext cx="7734570" cy="1020600"/>
      </dsp:txXfrm>
    </dsp:sp>
    <dsp:sp modelId="{0F71CEF4-CF33-4099-BCF3-F538CB34115A}">
      <dsp:nvSpPr>
        <dsp:cNvPr id="0" name=""/>
        <dsp:cNvSpPr/>
      </dsp:nvSpPr>
      <dsp:spPr>
        <a:xfrm>
          <a:off x="386728" y="3903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Vision Backbone Evolution</a:t>
          </a:r>
        </a:p>
      </dsp:txBody>
      <dsp:txXfrm>
        <a:off x="404021" y="56326"/>
        <a:ext cx="5379613" cy="319654"/>
      </dsp:txXfrm>
    </dsp:sp>
    <dsp:sp modelId="{C9ABF7FA-B382-4E36-AD27-3C81318B5BE4}">
      <dsp:nvSpPr>
        <dsp:cNvPr id="0" name=""/>
        <dsp:cNvSpPr/>
      </dsp:nvSpPr>
      <dsp:spPr>
        <a:xfrm>
          <a:off x="0" y="1478673"/>
          <a:ext cx="7734570" cy="56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Novel hybrid architecture: CNN + SSM (Mamba) + Transformer</a:t>
          </a:r>
        </a:p>
      </dsp:txBody>
      <dsp:txXfrm>
        <a:off x="0" y="1478673"/>
        <a:ext cx="7734570" cy="567000"/>
      </dsp:txXfrm>
    </dsp:sp>
    <dsp:sp modelId="{EBF48EF5-87AB-4E90-8D25-8C3DB97A1656}">
      <dsp:nvSpPr>
        <dsp:cNvPr id="0" name=""/>
        <dsp:cNvSpPr/>
      </dsp:nvSpPr>
      <dsp:spPr>
        <a:xfrm>
          <a:off x="386728" y="130155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MambaVision</a:t>
          </a:r>
          <a:endParaRPr lang="en-US" sz="1400" kern="1200" dirty="0"/>
        </a:p>
      </dsp:txBody>
      <dsp:txXfrm>
        <a:off x="404021" y="1318846"/>
        <a:ext cx="5379613" cy="319654"/>
      </dsp:txXfrm>
    </dsp:sp>
    <dsp:sp modelId="{12AC4E95-5CEB-41BB-9EEA-31929E230FAA}">
      <dsp:nvSpPr>
        <dsp:cNvPr id="0" name=""/>
        <dsp:cNvSpPr/>
      </dsp:nvSpPr>
      <dsp:spPr>
        <a:xfrm>
          <a:off x="0" y="2287593"/>
          <a:ext cx="773457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Redesigned "vision-friendly" Mamba block: Removes causality, adds symmetric branches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Self-attention integrated only in final stages → balances efficiency &amp; global modeling</a:t>
          </a:r>
          <a:endParaRPr lang="en-US" sz="1400" kern="1200" dirty="0"/>
        </a:p>
      </dsp:txBody>
      <dsp:txXfrm>
        <a:off x="0" y="2287593"/>
        <a:ext cx="7734570" cy="793800"/>
      </dsp:txXfrm>
    </dsp:sp>
    <dsp:sp modelId="{05A4A584-040F-476F-9968-7CEE6AC07FD3}">
      <dsp:nvSpPr>
        <dsp:cNvPr id="0" name=""/>
        <dsp:cNvSpPr/>
      </dsp:nvSpPr>
      <dsp:spPr>
        <a:xfrm>
          <a:off x="386728" y="211047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Innovations</a:t>
          </a:r>
        </a:p>
      </dsp:txBody>
      <dsp:txXfrm>
        <a:off x="404021" y="2127766"/>
        <a:ext cx="5379613" cy="319654"/>
      </dsp:txXfrm>
    </dsp:sp>
    <dsp:sp modelId="{FA99FBF2-6A4E-49D1-AB7D-6F1EDE89C225}">
      <dsp:nvSpPr>
        <dsp:cNvPr id="0" name=""/>
        <dsp:cNvSpPr/>
      </dsp:nvSpPr>
      <dsp:spPr>
        <a:xfrm>
          <a:off x="0" y="3323313"/>
          <a:ext cx="773457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Achieves new state-of-the-art Pareto front on ImageNet-1K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Superior Top-1 accuracy and image throughput tradeoff</a:t>
          </a:r>
        </a:p>
      </dsp:txBody>
      <dsp:txXfrm>
        <a:off x="0" y="3323313"/>
        <a:ext cx="7734570" cy="793800"/>
      </dsp:txXfrm>
    </dsp:sp>
    <dsp:sp modelId="{14AE87F1-E49C-4359-9157-313064BF42A4}">
      <dsp:nvSpPr>
        <dsp:cNvPr id="0" name=""/>
        <dsp:cNvSpPr/>
      </dsp:nvSpPr>
      <dsp:spPr>
        <a:xfrm>
          <a:off x="386728" y="314619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Performance Breakthrough</a:t>
          </a:r>
        </a:p>
      </dsp:txBody>
      <dsp:txXfrm>
        <a:off x="404021" y="3163486"/>
        <a:ext cx="5379613" cy="319654"/>
      </dsp:txXfrm>
    </dsp:sp>
    <dsp:sp modelId="{CD293CBD-B99A-491B-AD59-A20EF3CF7BFB}">
      <dsp:nvSpPr>
        <dsp:cNvPr id="0" name=""/>
        <dsp:cNvSpPr/>
      </dsp:nvSpPr>
      <dsp:spPr>
        <a:xfrm>
          <a:off x="0" y="4359033"/>
          <a:ext cx="7734570" cy="1020600"/>
        </a:xfrm>
        <a:prstGeom prst="rect">
          <a:avLst/>
        </a:prstGeom>
        <a:solidFill>
          <a:schemeClr val="bg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Strong results in downstream tasks: object detection, semantic segmentation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Scalable for foundation model pre-training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>
              <a:noFill/>
            </a:rPr>
            <a:t>Blueprint for next-gen efficient, high-performance vision backbones</a:t>
          </a:r>
        </a:p>
      </dsp:txBody>
      <dsp:txXfrm>
        <a:off x="0" y="4359033"/>
        <a:ext cx="7734570" cy="1020600"/>
      </dsp:txXfrm>
    </dsp:sp>
    <dsp:sp modelId="{F33D6E4E-63E2-4FDB-9AC7-FB79F3A261B1}">
      <dsp:nvSpPr>
        <dsp:cNvPr id="0" name=""/>
        <dsp:cNvSpPr/>
      </dsp:nvSpPr>
      <dsp:spPr>
        <a:xfrm>
          <a:off x="386728" y="4181913"/>
          <a:ext cx="5414199" cy="354240"/>
        </a:xfrm>
        <a:prstGeom prst="roundRect">
          <a:avLst/>
        </a:prstGeom>
        <a:noFill/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noFill/>
            </a:rPr>
            <a:t>Broader Impact</a:t>
          </a:r>
        </a:p>
      </dsp:txBody>
      <dsp:txXfrm>
        <a:off x="404021" y="4199206"/>
        <a:ext cx="5379613" cy="31965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A2E78A-E193-4B61-A0C8-6E9BD0DA4594}">
      <dsp:nvSpPr>
        <dsp:cNvPr id="0" name=""/>
        <dsp:cNvSpPr/>
      </dsp:nvSpPr>
      <dsp:spPr>
        <a:xfrm>
          <a:off x="0" y="216153"/>
          <a:ext cx="773457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CNNs: Efficient, local (translation invariance)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 err="1"/>
            <a:t>ViTs</a:t>
          </a:r>
          <a:r>
            <a:rPr lang="en-US" sz="1400" kern="1200" dirty="0"/>
            <a:t>: Global context via self-attention, but quadratic cost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SSMs (Mamba): Linear-time modeling, strong in language, challenging for 2D non-causal images</a:t>
          </a:r>
        </a:p>
      </dsp:txBody>
      <dsp:txXfrm>
        <a:off x="0" y="216153"/>
        <a:ext cx="7734570" cy="1020600"/>
      </dsp:txXfrm>
    </dsp:sp>
    <dsp:sp modelId="{0F71CEF4-CF33-4099-BCF3-F538CB34115A}">
      <dsp:nvSpPr>
        <dsp:cNvPr id="0" name=""/>
        <dsp:cNvSpPr/>
      </dsp:nvSpPr>
      <dsp:spPr>
        <a:xfrm>
          <a:off x="386728" y="3903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Vision Backbone Evolution</a:t>
          </a:r>
        </a:p>
      </dsp:txBody>
      <dsp:txXfrm>
        <a:off x="404021" y="56326"/>
        <a:ext cx="5379613" cy="319654"/>
      </dsp:txXfrm>
    </dsp:sp>
    <dsp:sp modelId="{C9ABF7FA-B382-4E36-AD27-3C81318B5BE4}">
      <dsp:nvSpPr>
        <dsp:cNvPr id="0" name=""/>
        <dsp:cNvSpPr/>
      </dsp:nvSpPr>
      <dsp:spPr>
        <a:xfrm>
          <a:off x="0" y="1478673"/>
          <a:ext cx="7734570" cy="56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Novel hybrid architecture: CNN + SSM (Mamba) + Transformer</a:t>
          </a:r>
        </a:p>
      </dsp:txBody>
      <dsp:txXfrm>
        <a:off x="0" y="1478673"/>
        <a:ext cx="7734570" cy="567000"/>
      </dsp:txXfrm>
    </dsp:sp>
    <dsp:sp modelId="{EBF48EF5-87AB-4E90-8D25-8C3DB97A1656}">
      <dsp:nvSpPr>
        <dsp:cNvPr id="0" name=""/>
        <dsp:cNvSpPr/>
      </dsp:nvSpPr>
      <dsp:spPr>
        <a:xfrm>
          <a:off x="386728" y="130155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MambaVision</a:t>
          </a:r>
          <a:endParaRPr lang="en-US" sz="1400" kern="1200" dirty="0"/>
        </a:p>
      </dsp:txBody>
      <dsp:txXfrm>
        <a:off x="404021" y="1318846"/>
        <a:ext cx="5379613" cy="319654"/>
      </dsp:txXfrm>
    </dsp:sp>
    <dsp:sp modelId="{12AC4E95-5CEB-41BB-9EEA-31929E230FAA}">
      <dsp:nvSpPr>
        <dsp:cNvPr id="0" name=""/>
        <dsp:cNvSpPr/>
      </dsp:nvSpPr>
      <dsp:spPr>
        <a:xfrm>
          <a:off x="0" y="2287593"/>
          <a:ext cx="773457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Redesigned "vision-friendly" Mamba block: Removes causality, adds symmetric branches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/>
            <a:t>Self-attention integrated only in final stages → balances efficiency &amp; global modeling</a:t>
          </a:r>
          <a:endParaRPr lang="en-US" sz="1400" kern="1200" dirty="0"/>
        </a:p>
      </dsp:txBody>
      <dsp:txXfrm>
        <a:off x="0" y="2287593"/>
        <a:ext cx="7734570" cy="793800"/>
      </dsp:txXfrm>
    </dsp:sp>
    <dsp:sp modelId="{05A4A584-040F-476F-9968-7CEE6AC07FD3}">
      <dsp:nvSpPr>
        <dsp:cNvPr id="0" name=""/>
        <dsp:cNvSpPr/>
      </dsp:nvSpPr>
      <dsp:spPr>
        <a:xfrm>
          <a:off x="386728" y="211047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Innovations</a:t>
          </a:r>
        </a:p>
      </dsp:txBody>
      <dsp:txXfrm>
        <a:off x="404021" y="2127766"/>
        <a:ext cx="5379613" cy="319654"/>
      </dsp:txXfrm>
    </dsp:sp>
    <dsp:sp modelId="{FA99FBF2-6A4E-49D1-AB7D-6F1EDE89C225}">
      <dsp:nvSpPr>
        <dsp:cNvPr id="0" name=""/>
        <dsp:cNvSpPr/>
      </dsp:nvSpPr>
      <dsp:spPr>
        <a:xfrm>
          <a:off x="0" y="3323313"/>
          <a:ext cx="7734570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Achieves new state-of-the-art Pareto front on ImageNet-1K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Superior Top-1 accuracy and image throughput tradeoff</a:t>
          </a:r>
        </a:p>
      </dsp:txBody>
      <dsp:txXfrm>
        <a:off x="0" y="3323313"/>
        <a:ext cx="7734570" cy="793800"/>
      </dsp:txXfrm>
    </dsp:sp>
    <dsp:sp modelId="{14AE87F1-E49C-4359-9157-313064BF42A4}">
      <dsp:nvSpPr>
        <dsp:cNvPr id="0" name=""/>
        <dsp:cNvSpPr/>
      </dsp:nvSpPr>
      <dsp:spPr>
        <a:xfrm>
          <a:off x="386728" y="314619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Performance Breakthrough</a:t>
          </a:r>
        </a:p>
      </dsp:txBody>
      <dsp:txXfrm>
        <a:off x="404021" y="3163486"/>
        <a:ext cx="5379613" cy="319654"/>
      </dsp:txXfrm>
    </dsp:sp>
    <dsp:sp modelId="{CD293CBD-B99A-491B-AD59-A20EF3CF7BFB}">
      <dsp:nvSpPr>
        <dsp:cNvPr id="0" name=""/>
        <dsp:cNvSpPr/>
      </dsp:nvSpPr>
      <dsp:spPr>
        <a:xfrm>
          <a:off x="0" y="4359033"/>
          <a:ext cx="7734570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274320" rIns="182880" bIns="9144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Strong results in downstream tasks: object detection, semantic segmentation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Scalable for foundation model pre-training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kern="1200" dirty="0"/>
            <a:t>Blueprint for next-gen efficient, high-performance vision backbones</a:t>
          </a:r>
        </a:p>
      </dsp:txBody>
      <dsp:txXfrm>
        <a:off x="0" y="4359033"/>
        <a:ext cx="7734570" cy="1020600"/>
      </dsp:txXfrm>
    </dsp:sp>
    <dsp:sp modelId="{F33D6E4E-63E2-4FDB-9AC7-FB79F3A261B1}">
      <dsp:nvSpPr>
        <dsp:cNvPr id="0" name=""/>
        <dsp:cNvSpPr/>
      </dsp:nvSpPr>
      <dsp:spPr>
        <a:xfrm>
          <a:off x="386728" y="4181913"/>
          <a:ext cx="5414199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4644" tIns="0" rIns="20464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Broader Impact</a:t>
          </a:r>
        </a:p>
      </dsp:txBody>
      <dsp:txXfrm>
        <a:off x="404021" y="4199206"/>
        <a:ext cx="5379613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4E75CDC-2085-F24E-896A-7AF136A73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8A3B25CE-1C7E-5BD3-C211-79D51ED5FD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F7CBC8C-E464-06C2-7EFB-9BF16AF6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D3EDA8F-F9BC-6BD4-09CA-DA1AA9AC8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93A04D-2EED-8C08-12B3-30690F150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CE1FAAC-77C6-E5F3-FB9B-8CE4D28F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17F00A5-CB35-089F-3CD7-68996959F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468252BA-DA3D-DD43-E70E-7FF2F7D1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711A7C6-52A0-282C-E564-A5EFA44D7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A32E4D2-FE40-9A05-64E5-79BFE541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8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AB94675-C139-038C-561B-89D1E75F3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8B0BCF98-943D-0DF6-5423-E44CC3BC8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3C95A2D-5F1B-5628-8B0F-C88B2D0CF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45F9730-369B-40DD-E26E-809AD4CD1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2532B6E7-857D-DF07-793A-E37A5B10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2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E00F2FD-E2E2-EDE9-AF39-8D0F0DE4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2F4826C-C42C-4A3E-C504-B3A6A2E2B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A6E8F14C-D06F-FB17-FF59-2903E3967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0651D86-E6BF-0922-B7FD-56BE8A490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74AC952-A0B2-DCE3-0214-70A60AF5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37BECD9-8543-925E-E8B1-28BC3246B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62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A5560D6-E0E7-8FAF-1122-FDCD7766B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D57B056-BE4F-B069-0F14-296EF3D2E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D7C54C09-243B-EA5F-C6FD-BC2B36624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B9800511-C668-0B0F-2ED5-21CF21864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CD94538A-0254-D650-8FB9-6FDA01FAF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68EB407-2A35-4261-EEE8-C1F4FEF8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AC3FEA96-5288-5B43-3974-389C48F8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F8146CCD-BB48-55CC-9EC9-6AA74436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5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E1C7CE-4246-CAA2-F73F-DBF3A2D00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C867F24E-6824-74FA-F483-D6A3F016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11E0B32D-466A-2D54-5454-9ED12737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0C329502-31CD-F5E8-1660-73E98DE8C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2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5927BE46-0114-8C27-A8C7-4B22E427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24497C7B-E9E2-D647-84E9-52CCDF1B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C6BA6B64-FEB5-C763-1BC8-64836D19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65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F69F6CB-BC78-5371-6D3C-A59F32408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BA3CD8E-1D14-1512-12FC-931ED00ED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F101438A-7C66-6B84-9339-73F24B08A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326A70F-EFEA-0634-EB44-3D3E9103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BD760E8D-C093-CC02-0364-B9B940EB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AF3AE6AF-4D13-D335-F710-E79E40C2D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4E0E780-6C43-02E2-2CC3-5E433ED6A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306607EC-7079-683D-8708-F490B01C0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F47AB12F-E832-4D2E-1330-A64C532B6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C8FE6AA-F00B-DA57-B9D0-3C0A453B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43B36A0A-C189-EED7-5291-850711D53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A8BD1103-0142-FB04-CF42-4A066A00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2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0D3006A-26A3-EEDC-60E2-BBC89B82A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7AF03E3E-257D-BBFE-4544-00DFE10A8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D80A3B7-FB3A-8458-92FC-6698516B6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216C40F-DD9C-1741-BE9E-E5CC9F46D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E35E965-8CAA-582C-992D-1128F3A7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0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AA2F79D3-39B6-7443-D979-5B19A020BF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7B820E11-68B4-125D-50A1-CD5FC30F8E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8EE042DD-8D42-CF76-681D-75CFF96C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9BCDE42-812F-5C0F-7235-CB470BAF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B388E3F-DF03-1476-027E-035CCE69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3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E807567-3CAF-8F3E-3E0A-A93089C9D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F7870921-AFAB-EA94-816D-F23AA848E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1EB66433-16CB-19EB-D15D-78158580A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55175-D470-4E67-8C80-E8575758BB77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5B04249F-7BCC-F1A7-1554-DA6AE0536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611FAC66-9D2E-1832-DEC5-CF61CA9E1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42D4E-5AE0-4CB9-A85C-C6FE7D5EC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5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0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11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3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3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26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13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10" Type="http://schemas.openxmlformats.org/officeDocument/2006/relationships/image" Target="../media/image1.png"/><Relationship Id="rId4" Type="http://schemas.openxmlformats.org/officeDocument/2006/relationships/diagramQuickStyle" Target="../diagrams/quickStyle12.xml"/><Relationship Id="rId9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3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9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3" Type="http://schemas.openxmlformats.org/officeDocument/2006/relationships/diagramLayout" Target="../diagrams/layout15.xml"/><Relationship Id="rId7" Type="http://schemas.openxmlformats.org/officeDocument/2006/relationships/image" Target="../media/image30.jp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D3DC28B-0DFA-963D-3920-EA8AF56AA6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Mamba</a:t>
            </a:r>
            <a:r>
              <a:rPr lang="el-GR" dirty="0"/>
              <a:t> </a:t>
            </a:r>
            <a:r>
              <a:rPr lang="en-US" dirty="0"/>
              <a:t>Vision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EF4E025-B1C5-34AC-BA87-9807F7A6F3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l-GR" dirty="0"/>
              <a:t>Γεώργιος Αλεξάκης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642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2082D5D-64C4-BA08-51F8-476FEB136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F27A4C4-68E7-C1FC-E095-687120E10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763485"/>
              </p:ext>
            </p:extLst>
          </p:nvPr>
        </p:nvGraphicFramePr>
        <p:xfrm>
          <a:off x="838200" y="1969969"/>
          <a:ext cx="7231339" cy="40626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5748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FA77-60C4-D3B6-EF1F-EACBDCE84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F9F2E2-9E14-7FE2-BA58-27DB8BA2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Evolution of Vision Backbones</a:t>
            </a:r>
          </a:p>
        </p:txBody>
      </p:sp>
      <p:graphicFrame>
        <p:nvGraphicFramePr>
          <p:cNvPr id="7" name="Θέση περιεχομένου 2">
            <a:extLst>
              <a:ext uri="{FF2B5EF4-FFF2-40B4-BE49-F238E27FC236}">
                <a16:creationId xmlns:a16="http://schemas.microsoft.com/office/drawing/2014/main" id="{78F9EF76-1B08-4C18-900B-AA2ED51D0BC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3753088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cnn | LearnOpenCV">
            <a:extLst>
              <a:ext uri="{FF2B5EF4-FFF2-40B4-BE49-F238E27FC236}">
                <a16:creationId xmlns:a16="http://schemas.microsoft.com/office/drawing/2014/main" id="{A9772827-D936-A6F7-BEBD-6497587F38A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239" y="1272965"/>
            <a:ext cx="5225860" cy="311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45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94EA9E9-6B49-1688-39C7-5F927637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Evolution of Vision Backbones</a:t>
            </a:r>
          </a:p>
        </p:txBody>
      </p:sp>
      <p:graphicFrame>
        <p:nvGraphicFramePr>
          <p:cNvPr id="7" name="Θέση περιεχομένου 2">
            <a:extLst>
              <a:ext uri="{FF2B5EF4-FFF2-40B4-BE49-F238E27FC236}">
                <a16:creationId xmlns:a16="http://schemas.microsoft.com/office/drawing/2014/main" id="{55E8B8E1-DA0D-BFE1-F0AF-4240C461F08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9610772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cnn | LearnOpenCV">
            <a:extLst>
              <a:ext uri="{FF2B5EF4-FFF2-40B4-BE49-F238E27FC236}">
                <a16:creationId xmlns:a16="http://schemas.microsoft.com/office/drawing/2014/main" id="{A792A2D2-3673-BBDF-61EB-98EF491905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239" y="1272965"/>
            <a:ext cx="5225860" cy="311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ramework of visual transformer | Download Scientific Diagram">
            <a:extLst>
              <a:ext uri="{FF2B5EF4-FFF2-40B4-BE49-F238E27FC236}">
                <a16:creationId xmlns:a16="http://schemas.microsoft.com/office/drawing/2014/main" id="{A9BF6790-0448-77E7-1EE6-9A1D25D83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05" y="4533447"/>
            <a:ext cx="5626736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7847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3AC39-699B-2376-5BE5-F071B826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1B6F99F-1911-4AA8-7ED4-BC8CFD1A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Evolution of Vision Backbones</a:t>
            </a:r>
          </a:p>
        </p:txBody>
      </p:sp>
      <p:graphicFrame>
        <p:nvGraphicFramePr>
          <p:cNvPr id="7" name="Θέση περιεχομένου 2">
            <a:extLst>
              <a:ext uri="{FF2B5EF4-FFF2-40B4-BE49-F238E27FC236}">
                <a16:creationId xmlns:a16="http://schemas.microsoft.com/office/drawing/2014/main" id="{7074F3A1-191E-D002-91D1-3D331D341CA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 descr="cnn | LearnOpenCV">
            <a:extLst>
              <a:ext uri="{FF2B5EF4-FFF2-40B4-BE49-F238E27FC236}">
                <a16:creationId xmlns:a16="http://schemas.microsoft.com/office/drawing/2014/main" id="{A356AAF9-42B6-FEE0-C130-7C4C86EDC72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239" y="1272965"/>
            <a:ext cx="5225860" cy="311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ramework of visual transformer | Download Scientific Diagram">
            <a:extLst>
              <a:ext uri="{FF2B5EF4-FFF2-40B4-BE49-F238E27FC236}">
                <a16:creationId xmlns:a16="http://schemas.microsoft.com/office/drawing/2014/main" id="{9BF8E30B-3D36-51B2-6CF8-42E159B64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05" y="4533447"/>
            <a:ext cx="5626736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516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AF2EB-B46E-86B4-8AAC-FBA495C6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Transformers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442EE-33B5-AD96-E361-41BD7EAD3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99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371BE-09D4-1B67-8F2D-C29E7814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Next-</a:t>
            </a:r>
            <a:r>
              <a:rPr lang="en-US" dirty="0" err="1"/>
              <a:t>ViT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7D8B5-F559-73AF-E190-029568E206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Next-</a:t>
            </a:r>
            <a:r>
              <a:rPr lang="en-US" dirty="0" err="1"/>
              <a:t>ViT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C04A7-2C0C-C4DD-545F-034F18D3F1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CNNs = fast but limited global modeling</a:t>
            </a:r>
          </a:p>
          <a:p>
            <a:r>
              <a:rPr lang="en-US" dirty="0" err="1"/>
              <a:t>ViTs</a:t>
            </a:r>
            <a:r>
              <a:rPr lang="en-US" dirty="0"/>
              <a:t> = strong accuracy but high latency</a:t>
            </a:r>
          </a:p>
          <a:p>
            <a:r>
              <a:rPr lang="en-US" dirty="0"/>
              <a:t>Industrial deployment needs </a:t>
            </a:r>
            <a:r>
              <a:rPr lang="en-US" b="1" dirty="0"/>
              <a:t>speed + accuracy</a:t>
            </a:r>
          </a:p>
          <a:p>
            <a:r>
              <a:rPr lang="en-US" dirty="0"/>
              <a:t>Goal: </a:t>
            </a:r>
            <a:r>
              <a:rPr lang="en-US" b="1" dirty="0"/>
              <a:t>Transformer-level performance with CNN-like speed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DA7039-B614-89E0-71F8-951D1200E3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Core Design Goals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41653-7D78-98D1-6736-2B955D673D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Efficient inference</a:t>
            </a:r>
          </a:p>
          <a:p>
            <a:r>
              <a:rPr lang="en-US" dirty="0"/>
              <a:t>Reduce Transformer latency bottlenecks</a:t>
            </a:r>
          </a:p>
          <a:p>
            <a:r>
              <a:rPr lang="en-US" dirty="0"/>
              <a:t>Balance </a:t>
            </a:r>
            <a:r>
              <a:rPr lang="en-US" b="1" dirty="0"/>
              <a:t>local + global</a:t>
            </a:r>
            <a:r>
              <a:rPr lang="en-US" dirty="0"/>
              <a:t> feature learning</a:t>
            </a:r>
          </a:p>
          <a:p>
            <a:r>
              <a:rPr lang="en-US" dirty="0"/>
              <a:t>Optimize for </a:t>
            </a:r>
            <a:r>
              <a:rPr lang="en-US" b="1" dirty="0"/>
              <a:t>real-world deployment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4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85F598-C081-7681-7470-F3203D42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Next-ViT architecture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F8525A-6EC9-8051-8F97-F2A8E5F306D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Hierarchical 4-stage pyramid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Progressive down-sampling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Channel expansion across stages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Hybrid CNN + Transformer pipeline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700">
                <a:solidFill>
                  <a:srgbClr val="FFFFFF"/>
                </a:solidFill>
              </a:rPr>
              <a:t>Patch embedding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Feature scaling per stage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03718-188D-3522-4716-F92852F37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8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21389-EF66-EC7C-2E24-B6BB128E8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90D6C5-4923-E492-9EB0-DBF311990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Hybrid Strategy (NHS)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B996BF-88FD-AD1C-AEE1-8DA3A732546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430744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Next Convolution Block (NCB)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Next Transformer Block (NTB)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Traditional: 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CNN → CNN → Transformer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rgbClr val="FFFFFF"/>
                </a:solidFill>
              </a:rPr>
              <a:t>NHS: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(NCB × N) + (NTB × 1) </a:t>
            </a:r>
            <a:r>
              <a:rPr lang="en-US" b="1" dirty="0">
                <a:solidFill>
                  <a:srgbClr val="FFFFFF"/>
                </a:solidFill>
              </a:rPr>
              <a:t>in every stage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NHS Block Pattern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(NCB × N + NTB × 1) × L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Transformer appears in </a:t>
            </a:r>
            <a:r>
              <a:rPr lang="en-US" b="1" dirty="0">
                <a:solidFill>
                  <a:srgbClr val="FFFFFF"/>
                </a:solidFill>
              </a:rPr>
              <a:t>all stages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Maintains efficiency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Improves downstream performance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7C5CC0-81E8-4107-6055-7BEEEBBB61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2A5647-1BD3-44C7-F89E-DEB12DFF6478}"/>
              </a:ext>
            </a:extLst>
          </p:cNvPr>
          <p:cNvSpPr/>
          <p:nvPr/>
        </p:nvSpPr>
        <p:spPr>
          <a:xfrm>
            <a:off x="6232522" y="758307"/>
            <a:ext cx="1784641" cy="5331050"/>
          </a:xfrm>
          <a:prstGeom prst="rect">
            <a:avLst/>
          </a:prstGeom>
          <a:solidFill>
            <a:srgbClr val="FFFF00">
              <a:alpha val="2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78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76AB1-C4B4-93D1-1506-817F4AF3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F81C0B-A453-854F-3032-69530658F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Convolution Block (NCB)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32F43B1-901B-7DC8-97A2-56A051CA47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Captures </a:t>
            </a:r>
            <a:r>
              <a:rPr lang="en-US" sz="2000" b="1">
                <a:solidFill>
                  <a:srgbClr val="FFFFFF"/>
                </a:solidFill>
              </a:rPr>
              <a:t>local spatial features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CNN-like efficiency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Transformer-like structure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Designed for </a:t>
            </a:r>
            <a:r>
              <a:rPr lang="en-US" sz="2000" b="1">
                <a:solidFill>
                  <a:srgbClr val="FFFFFF"/>
                </a:solidFill>
              </a:rPr>
              <a:t>low latency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NCB Structure: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Multi-Head Convolutional Attention (MHCA)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MLP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4888BB-094A-CC02-04AD-E5B6B3750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3EC73F-8426-622C-C68F-1B4A5271A5DE}"/>
              </a:ext>
            </a:extLst>
          </p:cNvPr>
          <p:cNvSpPr/>
          <p:nvPr/>
        </p:nvSpPr>
        <p:spPr>
          <a:xfrm>
            <a:off x="8211127" y="1275543"/>
            <a:ext cx="1450109" cy="1486130"/>
          </a:xfrm>
          <a:prstGeom prst="rect">
            <a:avLst/>
          </a:prstGeom>
          <a:solidFill>
            <a:srgbClr val="FFFF00">
              <a:alpha val="2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55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F3880-80EA-F4B5-4884-9B8815347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A56179-4C11-2DDD-01BC-0F2FEF0FC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Multi-Head Convolutional Attention (MHCA)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9D3B322-7572-D5E0-CBB7-5B08639ADC9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Replaces Self-Attention with </a:t>
            </a:r>
            <a:r>
              <a:rPr lang="en-US" sz="2000" b="1" dirty="0">
                <a:solidFill>
                  <a:srgbClr val="FFFFFF"/>
                </a:solidFill>
              </a:rPr>
              <a:t>group convolution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Multi-head channel splitting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Efficient </a:t>
            </a:r>
            <a:r>
              <a:rPr lang="en-US" sz="2000" b="1" dirty="0">
                <a:solidFill>
                  <a:srgbClr val="FFFFFF"/>
                </a:solidFill>
              </a:rPr>
              <a:t>local attention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Hardware-friendly 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DE81A1-2DD5-2877-DB2E-E4F1C1AF9D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9D7810-6CFC-90AA-1DCF-555FD2BDF451}"/>
              </a:ext>
            </a:extLst>
          </p:cNvPr>
          <p:cNvSpPr/>
          <p:nvPr/>
        </p:nvSpPr>
        <p:spPr>
          <a:xfrm>
            <a:off x="9947564" y="1155471"/>
            <a:ext cx="1229220" cy="1486130"/>
          </a:xfrm>
          <a:prstGeom prst="rect">
            <a:avLst/>
          </a:prstGeom>
          <a:solidFill>
            <a:srgbClr val="FFFF00">
              <a:alpha val="2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08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42FCB-15E5-23E2-B07A-BA29E3E7C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6832D4-6C2D-0FF4-CD53-5A20D0734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Next Transformer Block (NTB)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3E05911-5CAB-1335-B635-2D0809FED2B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Captures </a:t>
            </a:r>
            <a:r>
              <a:rPr lang="en-US" sz="1900" b="1">
                <a:solidFill>
                  <a:srgbClr val="FFFFFF"/>
                </a:solidFill>
              </a:rPr>
              <a:t>global dependencies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Handles </a:t>
            </a:r>
            <a:r>
              <a:rPr lang="en-US" sz="1900" b="1">
                <a:solidFill>
                  <a:srgbClr val="FFFFFF"/>
                </a:solidFill>
              </a:rPr>
              <a:t>long-range context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Mixes </a:t>
            </a:r>
            <a:r>
              <a:rPr lang="en-US" sz="1900" b="1">
                <a:solidFill>
                  <a:srgbClr val="FFFFFF"/>
                </a:solidFill>
              </a:rPr>
              <a:t>low-frequency &amp; high-frequency</a:t>
            </a:r>
            <a:r>
              <a:rPr lang="en-US" sz="1900">
                <a:solidFill>
                  <a:srgbClr val="FFFFFF"/>
                </a:solidFill>
              </a:rPr>
              <a:t> signals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Lightweight Transformer design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NTB Structure: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Efficient MHSA (E-MHSA)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MHCA (local refinement)</a:t>
            </a:r>
          </a:p>
          <a:p>
            <a:pPr lvl="1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>
                <a:solidFill>
                  <a:srgbClr val="FFFFFF"/>
                </a:solidFill>
              </a:rPr>
              <a:t>MLP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D3C730-3E44-E94C-2A96-79F8E096F0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DCBD67-A2B0-C647-25BC-0E8F19F44F2B}"/>
              </a:ext>
            </a:extLst>
          </p:cNvPr>
          <p:cNvSpPr/>
          <p:nvPr/>
        </p:nvSpPr>
        <p:spPr>
          <a:xfrm>
            <a:off x="8220364" y="2817978"/>
            <a:ext cx="1422400" cy="2917803"/>
          </a:xfrm>
          <a:prstGeom prst="rect">
            <a:avLst/>
          </a:prstGeom>
          <a:solidFill>
            <a:srgbClr val="FFFF00">
              <a:alpha val="2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710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1D820-4F36-A3A0-68F9-9DF076734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123BE60-17F6-79A1-5D00-9C90C9CD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Efficient Multi-Head Self-Attention </a:t>
            </a:r>
            <a:b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(E-MHSA)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1E7FAA-3524-9A8D-3BB1-50F2B6CF674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Spatial reduction before attention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Average pooling reduces token count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Lower compute cost than standard MHSA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57420A-0514-9BFC-8950-FB3A68E19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59EE9A-3C46-1F99-9FFF-62C9BDAF4C05}"/>
              </a:ext>
            </a:extLst>
          </p:cNvPr>
          <p:cNvSpPr/>
          <p:nvPr/>
        </p:nvSpPr>
        <p:spPr>
          <a:xfrm>
            <a:off x="9873674" y="2660073"/>
            <a:ext cx="1357745" cy="1681019"/>
          </a:xfrm>
          <a:prstGeom prst="rect">
            <a:avLst/>
          </a:prstGeom>
          <a:solidFill>
            <a:srgbClr val="FFFF00">
              <a:alpha val="2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40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55C95C-530F-F626-1EAD-38C5AC75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B62F1D5-FFF6-3F82-64E4-CF121593C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1" algn="l" rt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Multi-Frequency Signal Mixing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D925C6E-8B3E-E573-F770-DFA367634A4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55484" y="2459116"/>
            <a:ext cx="3702579" cy="35248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E-MHSA = </a:t>
            </a:r>
            <a:r>
              <a:rPr lang="en-US" sz="2000" b="1" dirty="0">
                <a:solidFill>
                  <a:srgbClr val="FFFFFF"/>
                </a:solidFill>
              </a:rPr>
              <a:t>low-frequency (global)</a:t>
            </a: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MHCA = </a:t>
            </a:r>
            <a:r>
              <a:rPr lang="en-US" sz="2000" b="1" dirty="0">
                <a:solidFill>
                  <a:srgbClr val="FFFFFF"/>
                </a:solidFill>
              </a:rPr>
              <a:t>high-frequency (local</a:t>
            </a: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Concatenation merges both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FFFF"/>
              </a:solidFill>
            </a:endParaRP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Improves texture + structure representation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2ACD4E-446B-9D01-E75E-397E7AF74F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2"/>
          <a:stretch>
            <a:fillRect/>
          </a:stretch>
        </p:blipFill>
        <p:spPr>
          <a:xfrm>
            <a:off x="6240826" y="787114"/>
            <a:ext cx="4935958" cy="52837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014605-6235-DE1C-80D0-81F103903D29}"/>
              </a:ext>
            </a:extLst>
          </p:cNvPr>
          <p:cNvSpPr/>
          <p:nvPr/>
        </p:nvSpPr>
        <p:spPr>
          <a:xfrm>
            <a:off x="8599055" y="4682836"/>
            <a:ext cx="692728" cy="369455"/>
          </a:xfrm>
          <a:prstGeom prst="rect">
            <a:avLst/>
          </a:prstGeom>
          <a:solidFill>
            <a:srgbClr val="FFFF00">
              <a:alpha val="20000"/>
            </a:srgb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76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7DA4F-D59D-54ED-D290-F58E530DA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7D49-7093-D6A8-276E-64455E1C5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Space Models for vision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FD546-21D2-F4CE-A3BD-54BD77944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28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F225E7D-5441-C0B1-B1A2-28739DD1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Emergence of State Space Models (SSMs)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C933766-EE53-C9F3-308B-520EDB3A3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90909" y="552906"/>
            <a:ext cx="5159825" cy="16749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ffectLst/>
              </a:rPr>
              <a:t>Mamba introduces selective SSMs</a:t>
            </a:r>
          </a:p>
          <a:p>
            <a:r>
              <a:rPr lang="en-US" sz="2000">
                <a:effectLst/>
              </a:rPr>
              <a:t>Linear complexity O(N)</a:t>
            </a:r>
          </a:p>
          <a:p>
            <a:r>
              <a:rPr lang="en-US" sz="2000">
                <a:effectLst/>
              </a:rPr>
              <a:t>Data-dependent selection </a:t>
            </a:r>
          </a:p>
          <a:p>
            <a:r>
              <a:rPr lang="en-US" sz="2000"/>
              <a:t>C</a:t>
            </a:r>
            <a:r>
              <a:rPr lang="en-US" sz="2000">
                <a:effectLst/>
              </a:rPr>
              <a:t>ompetitive with Transformers in language</a:t>
            </a:r>
          </a:p>
        </p:txBody>
      </p:sp>
      <p:pic>
        <p:nvPicPr>
          <p:cNvPr id="5" name="Θέση περιεχομένου 4" descr="Εικόνα που περιέχει κείμενο, διάγραμμα, γραμμή, Σχέδι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D232A38-66B9-6FAA-F2B0-2208FFF73A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92"/>
          <a:stretch>
            <a:fillRect/>
          </a:stretch>
        </p:blipFill>
        <p:spPr>
          <a:xfrm>
            <a:off x="0" y="3202641"/>
            <a:ext cx="12188952" cy="36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13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1A8022-EB39-7016-A26C-4B40D729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11D89B-A22F-EAEB-4048-029C33AD6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FE715F5-3DDA-8CE0-CD68-52321E2B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155" y="552906"/>
            <a:ext cx="5165936" cy="167490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/>
              <a:t>Theoretical Foundations: Continuous SSM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D31D157-91F2-F6FD-DB3C-142BD6D40A0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190909" y="552906"/>
                <a:ext cx="5159825" cy="2649735"/>
              </a:xfr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/>
              <a:p>
                <a:r>
                  <a:rPr lang="fr-FR" dirty="0"/>
                  <a:t>Core: 	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  <a:p>
                <a:r>
                  <a:rPr lang="en-US" dirty="0"/>
                  <a:t>Discretization: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A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etc</a:t>
                </a:r>
                <a:endParaRPr lang="en-US" dirty="0"/>
              </a:p>
              <a:p>
                <a:r>
                  <a:rPr lang="en-US" dirty="0"/>
                  <a:t>Recurrence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l-GR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AD31D157-91F2-F6FD-DB3C-142BD6D40A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190909" y="552906"/>
                <a:ext cx="5159825" cy="2649735"/>
              </a:xfrm>
              <a:blipFill>
                <a:blip r:embed="rId2"/>
                <a:stretch>
                  <a:fillRect l="-1891" t="-4608" b="-2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Θέση περιεχομένου 4" descr="Εικόνα που περιέχει κείμενο, διάγραμμα, γραμμή, Σχέδι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AB21F6A8-0C21-2805-8C3A-AB5E0C6190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92"/>
          <a:stretch>
            <a:fillRect/>
          </a:stretch>
        </p:blipFill>
        <p:spPr>
          <a:xfrm>
            <a:off x="0" y="3202641"/>
            <a:ext cx="12188952" cy="365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46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0743D0D-779C-A563-D131-A77C75E7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Discretization &amp; Efficient Views</a:t>
            </a:r>
            <a:endParaRPr lang="en-US" dirty="0"/>
          </a:p>
        </p:txBody>
      </p:sp>
      <p:graphicFrame>
        <p:nvGraphicFramePr>
          <p:cNvPr id="16" name="Θέση περιεχομένου 2">
            <a:extLst>
              <a:ext uri="{FF2B5EF4-FFF2-40B4-BE49-F238E27FC236}">
                <a16:creationId xmlns:a16="http://schemas.microsoft.com/office/drawing/2014/main" id="{68113D27-C96A-C9D4-AB29-7D6EF6B4CD5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53237185"/>
              </p:ext>
            </p:extLst>
          </p:nvPr>
        </p:nvGraphicFramePr>
        <p:xfrm>
          <a:off x="838200" y="1825625"/>
          <a:ext cx="459105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Θέση περιεχομένου 11" descr="Εικόνα που περιέχει διάγραμμα, κείμενο, Σχέδιο, σχηματικό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A22E314-0205-D4AF-4A53-6F8762C8C8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3129" t="3936" r="1256"/>
          <a:stretch>
            <a:fillRect/>
          </a:stretch>
        </p:blipFill>
        <p:spPr>
          <a:xfrm>
            <a:off x="5769475" y="2581276"/>
            <a:ext cx="6084032" cy="293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23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F857ED7-FFB0-9B43-7E7B-E27591B94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Vision-Mamba Gap &amp; Hybrid Motivation</a:t>
            </a:r>
          </a:p>
        </p:txBody>
      </p:sp>
      <p:graphicFrame>
        <p:nvGraphicFramePr>
          <p:cNvPr id="1030" name="Θέση περιεχομένου 2">
            <a:extLst>
              <a:ext uri="{FF2B5EF4-FFF2-40B4-BE49-F238E27FC236}">
                <a16:creationId xmlns:a16="http://schemas.microsoft.com/office/drawing/2014/main" id="{C4A3DDBA-C57A-2A65-8579-72A495B4C11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Vision Mamba: The Next Leap in Visual Representation Learning">
            <a:extLst>
              <a:ext uri="{FF2B5EF4-FFF2-40B4-BE49-F238E27FC236}">
                <a16:creationId xmlns:a16="http://schemas.microsoft.com/office/drawing/2014/main" id="{84A140D1-846C-A9CB-27CF-57E48BEB22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630" y="1413895"/>
            <a:ext cx="5049831" cy="209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ion Mamba: The Next Leap in Visual Representation Learning">
            <a:extLst>
              <a:ext uri="{FF2B5EF4-FFF2-40B4-BE49-F238E27FC236}">
                <a16:creationId xmlns:a16="http://schemas.microsoft.com/office/drawing/2014/main" id="{27FC6980-500D-5F05-C789-9E1BCF461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533" y="4094447"/>
            <a:ext cx="4100618" cy="276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039F151E-49E5-5B11-80CF-52B92F79C1E6}"/>
              </a:ext>
            </a:extLst>
          </p:cNvPr>
          <p:cNvCxnSpPr>
            <a:cxnSpLocks/>
          </p:cNvCxnSpPr>
          <p:nvPr/>
        </p:nvCxnSpPr>
        <p:spPr>
          <a:xfrm flipH="1" flipV="1">
            <a:off x="6952416" y="3265714"/>
            <a:ext cx="1759505" cy="138667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Ευθεία γραμμή σύνδεσης 8">
            <a:extLst>
              <a:ext uri="{FF2B5EF4-FFF2-40B4-BE49-F238E27FC236}">
                <a16:creationId xmlns:a16="http://schemas.microsoft.com/office/drawing/2014/main" id="{7DFE7087-8032-C153-D5E8-E353ABA6F10C}"/>
              </a:ext>
            </a:extLst>
          </p:cNvPr>
          <p:cNvCxnSpPr>
            <a:cxnSpLocks/>
          </p:cNvCxnSpPr>
          <p:nvPr/>
        </p:nvCxnSpPr>
        <p:spPr>
          <a:xfrm flipV="1">
            <a:off x="11084668" y="3265714"/>
            <a:ext cx="228600" cy="138667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554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2D9E38D-050F-C7FD-A95A-3377E0BD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200" dirty="0"/>
              <a:t>Theoretical Challenges in Vision &amp; Hybrid Solution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4A9ED110-7D57-4CAE-0AEA-1C78BF038F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120584"/>
              </p:ext>
            </p:extLst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7305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D24F8BC-33AC-488A-3DDB-F62EE0C45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Macro Design – Hierarchical Structure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BCF2F49-9F0E-4608-7FAD-0223B4FE064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1400" dirty="0"/>
                  <a:t>Input resolution: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</m:t>
                    </m:r>
                  </m:oMath>
                </a14:m>
                <a:endParaRPr lang="en-US" sz="1400" dirty="0"/>
              </a:p>
              <a:p>
                <a:r>
                  <a:rPr lang="en-US" sz="1400" dirty="0"/>
                  <a:t>Stem (</a:t>
                </a:r>
                <a:r>
                  <a:rPr lang="en-US" sz="1400" dirty="0">
                    <a:effectLst/>
                  </a:rPr>
                  <a:t>Initial Patch Embedding</a:t>
                </a:r>
                <a:r>
                  <a:rPr lang="en-US" sz="1400" dirty="0"/>
                  <a:t>):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×3→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400" dirty="0">
                  <a:effectLst/>
                </a:endParaRPr>
              </a:p>
              <a:p>
                <a:r>
                  <a:rPr lang="en-US" sz="1400" b="1" dirty="0"/>
                  <a:t>Stage 1</a:t>
                </a:r>
                <a:r>
                  <a:rPr lang="en-US" sz="1400" dirty="0"/>
                  <a:t> (CNN </a:t>
                </a:r>
                <a:r>
                  <a:rPr lang="en-US" sz="1400" dirty="0" err="1"/>
                  <a:t>ResBlocks</a:t>
                </a:r>
                <a:r>
                  <a:rPr lang="en-US" sz="1400" dirty="0"/>
                  <a:t>) </a:t>
                </a:r>
              </a:p>
              <a:p>
                <a:r>
                  <a:rPr lang="en-US" sz="1400" dirty="0" err="1"/>
                  <a:t>Downsampling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400" dirty="0"/>
              </a:p>
              <a:p>
                <a:r>
                  <a:rPr lang="en-US" sz="1400" b="1" dirty="0"/>
                  <a:t>Stage 2</a:t>
                </a:r>
                <a:r>
                  <a:rPr lang="en-US" sz="1400" dirty="0"/>
                  <a:t> (CNN </a:t>
                </a:r>
                <a:r>
                  <a:rPr lang="en-US" sz="1400" dirty="0" err="1"/>
                  <a:t>ResBlocks</a:t>
                </a:r>
                <a:r>
                  <a:rPr lang="en-US" sz="1400" dirty="0"/>
                  <a:t>)</a:t>
                </a:r>
                <a:endParaRPr lang="en-US" sz="1400" dirty="0">
                  <a:effectLst/>
                </a:endParaRPr>
              </a:p>
              <a:p>
                <a:r>
                  <a:rPr lang="en-US" sz="1400" dirty="0" err="1"/>
                  <a:t>Downsampling</a:t>
                </a:r>
                <a:r>
                  <a:rPr lang="en-US" sz="1400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×2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400" dirty="0">
                  <a:effectLst/>
                </a:endParaRPr>
              </a:p>
              <a:p>
                <a:r>
                  <a:rPr lang="en-US" sz="1400" b="1" dirty="0"/>
                  <a:t>Stage 3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Mamba+ViT</a:t>
                </a:r>
                <a:r>
                  <a:rPr lang="en-US" sz="1400" dirty="0"/>
                  <a:t>)</a:t>
                </a:r>
              </a:p>
              <a:p>
                <a:r>
                  <a:rPr lang="en-US" sz="1400" dirty="0" err="1"/>
                  <a:t>Downsampling</a:t>
                </a:r>
                <a:r>
                  <a:rPr lang="en-US" sz="1400" dirty="0"/>
                  <a:t>:</a:t>
                </a:r>
                <a:r>
                  <a:rPr lang="en-US" sz="1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×4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400" dirty="0">
                  <a:effectLst/>
                </a:endParaRPr>
              </a:p>
              <a:p>
                <a:r>
                  <a:rPr lang="en-US" sz="1400" b="1" dirty="0"/>
                  <a:t>Stage 4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Mamba+ViT</a:t>
                </a:r>
                <a:r>
                  <a:rPr lang="en-US" sz="1400" dirty="0"/>
                  <a:t>)</a:t>
                </a:r>
              </a:p>
              <a:p>
                <a:r>
                  <a:rPr lang="en-US" sz="1400" dirty="0"/>
                  <a:t>2D Avg pooling</a:t>
                </a:r>
              </a:p>
              <a:p>
                <a:r>
                  <a:rPr lang="en-US" sz="1400" dirty="0"/>
                  <a:t>Linear</a:t>
                </a:r>
              </a:p>
            </p:txBody>
          </p:sp>
        </mc:Choice>
        <mc:Fallback xmlns="">
          <p:sp>
            <p:nvSpPr>
              <p:cNvPr id="3" name="Θέση περιεχομένου 2">
                <a:extLst>
                  <a:ext uri="{FF2B5EF4-FFF2-40B4-BE49-F238E27FC236}">
                    <a16:creationId xmlns:a16="http://schemas.microsoft.com/office/drawing/2014/main" id="{3BCF2F49-9F0E-4608-7FAD-0223B4FE06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5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Θέση περιεχομένου 4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F1C9F37-5BE8-A836-2CFF-6E2E50B17A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43989" t="7355" r="1" b="22899"/>
          <a:stretch>
            <a:fillRect/>
          </a:stretch>
        </p:blipFill>
        <p:spPr>
          <a:xfrm rot="5400000">
            <a:off x="7167968" y="3506227"/>
            <a:ext cx="5280525" cy="1423021"/>
          </a:xfrm>
          <a:prstGeom prst="rect">
            <a:avLst/>
          </a:prstGeom>
        </p:spPr>
      </p:pic>
      <p:pic>
        <p:nvPicPr>
          <p:cNvPr id="6" name="Θέση περιεχομένου 4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76D3DAD-2A0F-BC88-8CFE-40AF0B4FEC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55" t="9061" r="58181" b="24963"/>
          <a:stretch>
            <a:fillRect/>
          </a:stretch>
        </p:blipFill>
        <p:spPr>
          <a:xfrm rot="5400000">
            <a:off x="6196008" y="2931214"/>
            <a:ext cx="3000151" cy="1504914"/>
          </a:xfrm>
          <a:prstGeom prst="rect">
            <a:avLst/>
          </a:prstGeom>
        </p:spPr>
      </p:pic>
      <p:cxnSp>
        <p:nvCxnSpPr>
          <p:cNvPr id="10" name="Γραμμή σύνδεσης: Γωνιώδης 9">
            <a:extLst>
              <a:ext uri="{FF2B5EF4-FFF2-40B4-BE49-F238E27FC236}">
                <a16:creationId xmlns:a16="http://schemas.microsoft.com/office/drawing/2014/main" id="{562628F7-A886-DFDB-2FE2-0C6054BA2B7D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 rot="5400000" flipH="1" flipV="1">
            <a:off x="6949021" y="2324538"/>
            <a:ext cx="3606272" cy="2112146"/>
          </a:xfrm>
          <a:prstGeom prst="bentConnector5">
            <a:avLst>
              <a:gd name="adj1" fmla="val -6339"/>
              <a:gd name="adj2" fmla="val 52291"/>
              <a:gd name="adj3" fmla="val 106339"/>
            </a:avLst>
          </a:prstGeom>
          <a:ln w="15875">
            <a:solidFill>
              <a:srgbClr val="B0C6CE"/>
            </a:solidFill>
            <a:headEnd type="none"/>
            <a:tailEnd type="stealt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058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0B632ED-00E8-3289-80A4-7B25A2898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Stages – Why CNNs?</a:t>
            </a:r>
          </a:p>
        </p:txBody>
      </p:sp>
      <p:graphicFrame>
        <p:nvGraphicFramePr>
          <p:cNvPr id="7" name="Θέση περιεχομένου 2">
            <a:extLst>
              <a:ext uri="{FF2B5EF4-FFF2-40B4-BE49-F238E27FC236}">
                <a16:creationId xmlns:a16="http://schemas.microsoft.com/office/drawing/2014/main" id="{69B34153-1A6A-DC88-64E2-F7826279A16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882823995"/>
              </p:ext>
            </p:extLst>
          </p:nvPr>
        </p:nvGraphicFramePr>
        <p:xfrm>
          <a:off x="576942" y="1857254"/>
          <a:ext cx="7944060" cy="3791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Θέση περιεχομένου 4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8486DCE9-94A9-E7A8-0350-3C9BAF1B14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17401" t="9061" r="56145" b="24963"/>
          <a:stretch>
            <a:fillRect/>
          </a:stretch>
        </p:blipFill>
        <p:spPr>
          <a:xfrm rot="5400000">
            <a:off x="7899962" y="2542256"/>
            <a:ext cx="4486275" cy="242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804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FA62543-FF6D-EEB2-568B-1C27AF70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Stages</a:t>
            </a:r>
          </a:p>
        </p:txBody>
      </p:sp>
      <p:graphicFrame>
        <p:nvGraphicFramePr>
          <p:cNvPr id="7" name="Θέση περιεχομένου 2">
            <a:extLst>
              <a:ext uri="{FF2B5EF4-FFF2-40B4-BE49-F238E27FC236}">
                <a16:creationId xmlns:a16="http://schemas.microsoft.com/office/drawing/2014/main" id="{72996B57-E8F7-65B8-B94D-307BEC0A5D5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53844481"/>
              </p:ext>
            </p:extLst>
          </p:nvPr>
        </p:nvGraphicFramePr>
        <p:xfrm>
          <a:off x="154911" y="1690688"/>
          <a:ext cx="88383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Θέση περιεχομένου 4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99725A67-FD2F-1A66-4948-135AE99B04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42253" t="7355" r="8999" b="22899"/>
          <a:stretch>
            <a:fillRect/>
          </a:stretch>
        </p:blipFill>
        <p:spPr>
          <a:xfrm rot="5400000">
            <a:off x="6970101" y="2392581"/>
            <a:ext cx="6694560" cy="207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6184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5FD6AF5-89D6-B976-9598-527B83666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 Design – </a:t>
            </a:r>
            <a:r>
              <a:rPr lang="en-US" dirty="0" err="1"/>
              <a:t>MambaVision</a:t>
            </a:r>
            <a:r>
              <a:rPr lang="en-US" dirty="0"/>
              <a:t> Mixer</a:t>
            </a:r>
          </a:p>
        </p:txBody>
      </p:sp>
      <p:graphicFrame>
        <p:nvGraphicFramePr>
          <p:cNvPr id="11" name="Θέση περιεχομένου 2">
            <a:extLst>
              <a:ext uri="{FF2B5EF4-FFF2-40B4-BE49-F238E27FC236}">
                <a16:creationId xmlns:a16="http://schemas.microsoft.com/office/drawing/2014/main" id="{DC1F1FBF-CA12-3452-139C-916E5D41B1C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51209764"/>
              </p:ext>
            </p:extLst>
          </p:nvPr>
        </p:nvGraphicFramePr>
        <p:xfrm>
          <a:off x="295274" y="1844675"/>
          <a:ext cx="706909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Θέση περιεχομένου 5" descr="Εικόνα που περιέχει κείμενο, διάγραμμα, στιγμιότυπο οθόνης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BFFCC8B-2F2C-94A7-2ED7-9820F17B6C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rcRect l="10278" t="3647" r="4602" b="3682"/>
          <a:stretch>
            <a:fillRect/>
          </a:stretch>
        </p:blipFill>
        <p:spPr>
          <a:xfrm>
            <a:off x="8745378" y="3887439"/>
            <a:ext cx="1890565" cy="2605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Εικόνα 7" descr="Εικόνα που περιέχει διάγραμμα, γραμμή, Σχέδι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A0B8DCB5-7217-152A-DBAC-2C8654B9EB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4370" y="1269893"/>
            <a:ext cx="4629796" cy="2248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FCF509-351B-345D-8185-37187709C7A0}"/>
              </a:ext>
            </a:extLst>
          </p:cNvPr>
          <p:cNvSpPr txBox="1"/>
          <p:nvPr/>
        </p:nvSpPr>
        <p:spPr>
          <a:xfrm>
            <a:off x="8909538" y="6488668"/>
            <a:ext cx="153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MambaVision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286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89B3-3CCF-5720-8E6A-0021D244E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7AFC5-D1A1-1620-DF5E-90BC8C9D3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8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51BC2-2217-84F8-109F-473B30C9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94DF-2CAB-7425-FB3F-91A4FBB04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time</a:t>
            </a: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random</a:t>
            </a: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</a:t>
            </a: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PIL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Image</a:t>
            </a: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tqdm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tqdm</a:t>
            </a: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pycocotools.coco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COCO</a:t>
            </a: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transformers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AutoModelForImageClassification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pipeline</a:t>
            </a: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from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timm.data.transforms_factory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create_transform</a:t>
            </a: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import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torchvision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1088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60056-7B46-C7E7-1876-3F6B9DF42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8D909-83C9-4A17-65B2-428D893B5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COCO_ROOT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"coco"</a:t>
            </a: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ANN_FILE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f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COCO_ROOT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/annotations/instances_val2017.json"</a:t>
            </a: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IMG_DIR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f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COCO_ROOT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/val2017"</a:t>
            </a:r>
          </a:p>
          <a:p>
            <a:pPr>
              <a:buNone/>
            </a:pPr>
            <a:endParaRPr lang="en-US" sz="2000" dirty="0">
              <a:solidFill>
                <a:srgbClr val="032563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NUM_IMAGES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100</a:t>
            </a: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RESOLUTION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224</a:t>
            </a: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DEVICE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cuda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torch.cuda.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is_available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else 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cpu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582283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76406-8EC1-22AA-8319-F042E83CE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COCO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F1CE-FE92-8C24-082C-34F2D8DE3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COCO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ANN_FILE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getImgIds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sample_ids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random.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sample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NUM_IMAGES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cat_map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loadCats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getCatIds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())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coco_id_to_name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{c[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id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]: c[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"name"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cat_map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81357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D298-6D1B-808A-96A9-5E866633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3441F-214C-8B4E-AC0D-15F79758B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"Loading 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NextViT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..."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pipe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pipeline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"image-classification"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timm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/nextvit_small.bd_in1k"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device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"Loading 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MambaVision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..."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model_name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nvidia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/MambaVision-B-21K"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AutoModelForImageClassification.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from_pretrained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model_name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trust_remote_code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True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eval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to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DEVICE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"✅ Models loaded"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646287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23284-8E05-EC5B-E97B-D355F116B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Mamba 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A316C-95DF-020B-82EE-AF61681CF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input_resolution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RESOLUTION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RESOLUTION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transform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create_transform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input_size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input_resolution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is_training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False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mean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model.config.mean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model.config.std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crop_mode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model.config.crop_mode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crop_pct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model.config.crop_pct</a:t>
            </a: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47690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9A175-1AC0-DC30-FFC7-D76FD9EB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COCO → IMAGENET NAME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FC9E4-2C36-9EDB-A924-888F2646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imagenet_labels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model.config.id2label</a:t>
            </a:r>
          </a:p>
          <a:p>
            <a:pPr>
              <a:buNone/>
            </a:pP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def 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coco_to_imagenet_match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coco_names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0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pred_label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pred_label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pred_label.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lower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coco_name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coco_names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coco_name.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lower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pred_label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or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pred_label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coco_name.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lower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   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return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True</a:t>
            </a: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return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False</a:t>
            </a:r>
          </a:p>
          <a:p>
            <a:pPr>
              <a:buNone/>
            </a:pP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70274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CEB63-A51B-16C4-8407-FAF2B9DCC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8E7F7-D2F6-A4D9-7161-313CCA23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correct_mamba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correct_nextvit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total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pPr>
              <a:buNone/>
            </a:pPr>
            <a:endParaRPr lang="en-US" sz="2000" dirty="0">
              <a:solidFill>
                <a:srgbClr val="023B95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mamba_time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nextvit_time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</a:p>
          <a:p>
            <a:pPr>
              <a:buNone/>
            </a:pPr>
            <a:endParaRPr lang="en-US" sz="2000" dirty="0">
              <a:solidFill>
                <a:srgbClr val="023B95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"Running COCO benchmark..."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2466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1648-4967-F1B6-99F5-18C2F823A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Warmup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E255D-55F5-3DBD-6627-7CF07EF08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sample_ids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[: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5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]: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img_info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loadImgs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)[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img_path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f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IMG_DIR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img_info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20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file_name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]}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</a:p>
          <a:p>
            <a:pPr>
              <a:buNone/>
            </a:pP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Image.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img_path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convert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"RGB"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inputs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transform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unsqueeze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cuda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with 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no_grad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_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(inputs)</a:t>
            </a:r>
          </a:p>
          <a:p>
            <a:pPr>
              <a:buNone/>
            </a:pP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0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_ </a:t>
            </a:r>
            <a:r>
              <a:rPr lang="en-US" sz="20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0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pipe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img_path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0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0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torch.cuda.</a:t>
            </a:r>
            <a:r>
              <a:rPr lang="en-US" sz="20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synchronize</a:t>
            </a:r>
            <a:r>
              <a:rPr lang="en-US" sz="20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  <a:endParaRPr lang="en-US" sz="2000" dirty="0">
              <a:effectLst/>
              <a:latin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0805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D105-279F-8F26-E68D-FF49254E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1D6D5-279D-125F-71DC-ABCD6BCEB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tqdm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sample_ids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img_info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loadImgs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)[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img_path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f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IMG_DIR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img_info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28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file_name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]}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</a:p>
          <a:p>
            <a:pPr>
              <a:buNone/>
            </a:pP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Image.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img_path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8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convert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"RGB"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i="1" dirty="0">
                <a:solidFill>
                  <a:srgbClr val="66707B"/>
                </a:solidFill>
                <a:effectLst/>
                <a:latin typeface="Courier New" panose="02070309020205020404" pitchFamily="49" charset="0"/>
              </a:rPr>
              <a:t># GT labels from COCO</a:t>
            </a:r>
          </a:p>
          <a:p>
            <a:pPr>
              <a:buNone/>
            </a:pPr>
            <a:r>
              <a:rPr lang="en-US" sz="2800" i="1" dirty="0">
                <a:solidFill>
                  <a:srgbClr val="66707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ann_ids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getAnnIds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702C00"/>
                </a:solidFill>
                <a:effectLst/>
                <a:latin typeface="Courier New" panose="02070309020205020404" pitchFamily="49" charset="0"/>
              </a:rPr>
              <a:t>imgIds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img_id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anns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loadAnns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ann_ids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coco_labels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set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for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ann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in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anns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coco_labels.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add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coco_id_to_name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ann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8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category_id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]])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2800" dirty="0" err="1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len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coco_labels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== 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: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continue</a:t>
            </a:r>
            <a:endParaRPr lang="en-US" sz="2800" dirty="0">
              <a:effectLst/>
              <a:latin typeface="Courier New" panose="020703090202050204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6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8087-6CF9-16F1-C910-731981F9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37093-BF99-47EB-BC61-5E1494008C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   </a:t>
            </a:r>
            <a:r>
              <a:rPr lang="en-US" sz="2800" i="1" dirty="0">
                <a:solidFill>
                  <a:srgbClr val="66707B"/>
                </a:solidFill>
                <a:effectLst/>
                <a:latin typeface="Courier New" panose="02070309020205020404" pitchFamily="49" charset="0"/>
              </a:rPr>
              <a:t># ---------------- MAMBA ----------------</a:t>
            </a:r>
          </a:p>
          <a:p>
            <a:pPr>
              <a:buNone/>
            </a:pPr>
            <a:r>
              <a:rPr lang="en-US" sz="2800" i="1" dirty="0">
                <a:solidFill>
                  <a:srgbClr val="66707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inputs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transform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unsqueeze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cuda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torch.cuda.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synchronize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t0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time.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time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with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no_grad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():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outputs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model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(inputs)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torch.cuda.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synchronize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mamba_time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+=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time.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time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- 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t0</a:t>
            </a:r>
          </a:p>
          <a:p>
            <a:pPr>
              <a:buNone/>
            </a:pPr>
            <a:endParaRPr lang="en-US" sz="28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logits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outputs[</a:t>
            </a:r>
            <a:r>
              <a:rPr lang="en-US" sz="28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"logits"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mamba_idx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logits.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argmax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800" dirty="0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item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mamba_label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model.config.id2label[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mamba_idx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]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91432-549F-C8AA-B26D-8BA0CF7D03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32500" lnSpcReduction="2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6707B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---------------- NEXTVIT ----------------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66707B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torch.cuda.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622CB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synchronize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t0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0111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622CB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E111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nextvit_out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0111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622CB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pipe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img_path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E111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torch.cuda.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622CB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synchronize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nextvit_time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0111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+=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time.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622CBC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0111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t0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E111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nextvit_label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A0111F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nextvit_out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23B95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][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3256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"label"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E111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</a:p>
          <a:p>
            <a:pPr>
              <a:buNone/>
            </a:pPr>
            <a:r>
              <a:rPr lang="en-US" sz="2800" i="1" dirty="0">
                <a:solidFill>
                  <a:srgbClr val="66707B"/>
                </a:solidFill>
                <a:effectLst/>
                <a:latin typeface="Courier New" panose="02070309020205020404" pitchFamily="49" charset="0"/>
              </a:rPr>
              <a:t># ---------------- ACCURACY ----------------</a:t>
            </a:r>
          </a:p>
          <a:p>
            <a:pPr>
              <a:buNone/>
            </a:pPr>
            <a:r>
              <a:rPr lang="en-US" sz="2800" i="1" dirty="0">
                <a:solidFill>
                  <a:srgbClr val="66707B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coco_to_imagenet_match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coco_labels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mamba_label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correct_mamba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+= 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</a:t>
            </a:r>
          </a:p>
          <a:p>
            <a:pPr>
              <a:buNone/>
            </a:pPr>
            <a:endParaRPr lang="en-US" sz="2800" dirty="0">
              <a:solidFill>
                <a:srgbClr val="023B95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if </a:t>
            </a:r>
            <a:r>
              <a:rPr lang="en-US" sz="2800" dirty="0" err="1">
                <a:solidFill>
                  <a:srgbClr val="622CBC"/>
                </a:solidFill>
                <a:effectLst/>
                <a:latin typeface="Courier New" panose="02070309020205020404" pitchFamily="49" charset="0"/>
              </a:rPr>
              <a:t>coco_to_imagenet_match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coco_labels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nextvit_label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buNone/>
            </a:pP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   </a:t>
            </a:r>
            <a:r>
              <a:rPr lang="en-US" sz="28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correct_nextvit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+= 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</a:t>
            </a:r>
          </a:p>
          <a:p>
            <a:pPr>
              <a:buNone/>
            </a:pPr>
            <a:endParaRPr lang="en-US" sz="2800" dirty="0">
              <a:solidFill>
                <a:srgbClr val="023B95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sz="28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total </a:t>
            </a:r>
            <a:r>
              <a:rPr lang="en-US" sz="28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+= </a:t>
            </a:r>
            <a:r>
              <a:rPr lang="en-US" sz="28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34683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7988-B3FA-3958-D9C3-09AC7B18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4D9EA-4CE1-8AAA-F0BB-733115058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mamba_acc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correct_mamba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/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(total,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nextvit_acc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correct_nextvit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/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max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(total,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endParaRPr lang="en-US" sz="14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mamba_tput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total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/ </a:t>
            </a: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mamba_time</a:t>
            </a:r>
            <a:endParaRPr lang="en-US" sz="14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nextvit_tput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total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/ </a:t>
            </a: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nextvit_time</a:t>
            </a:r>
            <a:endParaRPr lang="en-US" sz="14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US" sz="1400" dirty="0">
              <a:solidFill>
                <a:srgbClr val="0E1116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\n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================ COCO RESULTS ================"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"Images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evaluated: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{total}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"----------------------------------------------"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"MambaVision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Top-1 Accuracy: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{mamba_acc: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.4f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"NextViT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  Top-1 Accuracy:  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{nextvit_acc: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.4f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"----------------------------------------------"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"MambaVision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Throughput: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{mamba_tput: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.2f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/sec"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"NextViT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   Throughput:  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{nextvit_tput: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.2f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} </a:t>
            </a:r>
            <a:r>
              <a:rPr lang="en-US" sz="1400" dirty="0" err="1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/sec"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32563"/>
                </a:solidFill>
                <a:effectLst/>
                <a:latin typeface="Courier New" panose="02070309020205020404" pitchFamily="49" charset="0"/>
              </a:rPr>
              <a:t>"=============================================="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dirty="0">
              <a:effectLst/>
              <a:latin typeface="Courier New" panose="02070309020205020404" pitchFamily="49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39590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BB48-7EC4-5010-0C03-09A38922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A1B27-A704-25B8-2ADF-70ABDA9A25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Evaluated 100 images from COCO dataset</a:t>
            </a:r>
          </a:p>
          <a:p>
            <a:endParaRPr lang="en-US" dirty="0"/>
          </a:p>
          <a:p>
            <a:r>
              <a:rPr lang="en-US" dirty="0" err="1"/>
              <a:t>MambaVision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Higher accuracy</a:t>
            </a:r>
          </a:p>
          <a:p>
            <a:pPr lvl="1"/>
            <a:r>
              <a:rPr lang="en-US" dirty="0"/>
              <a:t>Higher throughput</a:t>
            </a:r>
          </a:p>
          <a:p>
            <a:endParaRPr lang="en-US" dirty="0"/>
          </a:p>
          <a:p>
            <a:r>
              <a:rPr lang="en-US" dirty="0"/>
              <a:t>Both accuracies are low (COCO for evaluation vs ImageNet for training)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7E7A09-A9C2-5C26-2A67-FD65CD536A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================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COCO RESULTS 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================</a:t>
            </a:r>
          </a:p>
          <a:p>
            <a:pPr>
              <a:buNone/>
            </a:pP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Images evaluated: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100</a:t>
            </a:r>
          </a:p>
          <a:p>
            <a:pPr>
              <a:buNone/>
            </a:pP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----------------------------------------------</a:t>
            </a: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MambaVision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Top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Accuracy: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0.3800</a:t>
            </a: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Top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1 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Accuracy: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0.3300</a:t>
            </a:r>
          </a:p>
          <a:p>
            <a:pPr>
              <a:buNone/>
            </a:pP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----------------------------------------------</a:t>
            </a: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MambaVision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Throughput: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38.38 </a:t>
            </a: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sec</a:t>
            </a:r>
          </a:p>
          <a:p>
            <a:pPr>
              <a:buNone/>
            </a:pP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NextViT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     Throughput: </a:t>
            </a:r>
            <a:r>
              <a:rPr lang="en-US" sz="1400" dirty="0">
                <a:solidFill>
                  <a:srgbClr val="023B95"/>
                </a:solidFill>
                <a:effectLst/>
                <a:latin typeface="Courier New" panose="02070309020205020404" pitchFamily="49" charset="0"/>
              </a:rPr>
              <a:t>26.20 </a:t>
            </a:r>
            <a:r>
              <a:rPr lang="en-US" sz="1400" dirty="0" err="1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img</a:t>
            </a: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/</a:t>
            </a:r>
            <a:r>
              <a:rPr lang="en-US" sz="1400" dirty="0">
                <a:solidFill>
                  <a:srgbClr val="0E1116"/>
                </a:solidFill>
                <a:effectLst/>
                <a:latin typeface="Courier New" panose="02070309020205020404" pitchFamily="49" charset="0"/>
              </a:rPr>
              <a:t>sec</a:t>
            </a:r>
          </a:p>
          <a:p>
            <a:pPr>
              <a:buNone/>
            </a:pPr>
            <a:r>
              <a:rPr lang="en-US" sz="1400" dirty="0">
                <a:solidFill>
                  <a:srgbClr val="A0111F"/>
                </a:solidFill>
                <a:effectLst/>
                <a:latin typeface="Courier New" panose="02070309020205020404" pitchFamily="49" charset="0"/>
              </a:rPr>
              <a:t>==============================================</a:t>
            </a:r>
            <a:endParaRPr lang="en-US" sz="1400" dirty="0">
              <a:effectLst/>
              <a:latin typeface="Courier New" panose="02070309020205020404" pitchFamily="49" charset="0"/>
            </a:endParaRP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310116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BF408-6C0B-14B5-74BE-23E42721D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EC6B6C3-BADC-6EE1-88AD-328AE542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6384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effectLst/>
              </a:rPr>
              <a:t>Conclusion - Redefining the Efficiency-Accuracy Frontier in Computer Vision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043900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AC67A-D0CF-075F-3FF9-53158AA2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17B8358-8A12-768F-94FC-1FCDB059E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6384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effectLst/>
              </a:rPr>
              <a:t>Conclusion - Redefining the Efficiency-Accuracy Frontier in Computer Vision</a:t>
            </a:r>
            <a:endParaRPr lang="en-US" sz="3200" dirty="0"/>
          </a:p>
        </p:txBody>
      </p:sp>
      <p:graphicFrame>
        <p:nvGraphicFramePr>
          <p:cNvPr id="9" name="Διάγραμμα 8">
            <a:extLst>
              <a:ext uri="{FF2B5EF4-FFF2-40B4-BE49-F238E27FC236}">
                <a16:creationId xmlns:a16="http://schemas.microsoft.com/office/drawing/2014/main" id="{2CA3EBC7-CA6F-4B07-3D6B-505BCD558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0919158"/>
              </p:ext>
            </p:extLst>
          </p:nvPr>
        </p:nvGraphicFramePr>
        <p:xfrm>
          <a:off x="105924" y="719666"/>
          <a:ext cx="773457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4" descr="Framework of visual transformer | Download Scientific Diagram">
            <a:extLst>
              <a:ext uri="{FF2B5EF4-FFF2-40B4-BE49-F238E27FC236}">
                <a16:creationId xmlns:a16="http://schemas.microsoft.com/office/drawing/2014/main" id="{AF9FFBAE-F935-B4E2-2DF7-E8952E876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0" y="2773580"/>
            <a:ext cx="4194388" cy="146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Εικόνα 10" descr="Εικόνα που περιέχει κείμενο, διάγραμμα, γραμμή, Σχέδι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C24E0437-8EA7-920C-B4D8-113CB6EA56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407" y="2773580"/>
            <a:ext cx="4235680" cy="1577791"/>
          </a:xfrm>
          <a:prstGeom prst="rect">
            <a:avLst/>
          </a:prstGeom>
        </p:spPr>
      </p:pic>
      <p:pic>
        <p:nvPicPr>
          <p:cNvPr id="12" name="Picture 2" descr="cnn | LearnOpenCV">
            <a:extLst>
              <a:ext uri="{FF2B5EF4-FFF2-40B4-BE49-F238E27FC236}">
                <a16:creationId xmlns:a16="http://schemas.microsoft.com/office/drawing/2014/main" id="{C9F22CCF-4BDE-CF90-49AC-7579BA0D1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875" y="2299175"/>
            <a:ext cx="3438633" cy="205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211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E8A3-D216-CED9-AFBB-D0FC6E61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A3D0A08-94D8-5335-215E-1F8197413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63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Conclusion - </a:t>
            </a:r>
            <a:r>
              <a:rPr lang="en-US" sz="3200" dirty="0">
                <a:effectLst/>
              </a:rPr>
              <a:t>Redefining the Efficiency-Accuracy Frontier in Computer Vision</a:t>
            </a:r>
            <a:endParaRPr lang="en-US" sz="3200" dirty="0"/>
          </a:p>
        </p:txBody>
      </p:sp>
      <p:graphicFrame>
        <p:nvGraphicFramePr>
          <p:cNvPr id="5" name="Διάγραμμα 4">
            <a:extLst>
              <a:ext uri="{FF2B5EF4-FFF2-40B4-BE49-F238E27FC236}">
                <a16:creationId xmlns:a16="http://schemas.microsoft.com/office/drawing/2014/main" id="{18EF9A5C-547A-78DA-76CB-F337381B7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3825048"/>
              </p:ext>
            </p:extLst>
          </p:nvPr>
        </p:nvGraphicFramePr>
        <p:xfrm>
          <a:off x="105924" y="719666"/>
          <a:ext cx="773457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Εικόνα 6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67BAF182-BB1A-935B-1ADB-B93140568E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4" t="5062" r="1" b="447"/>
          <a:stretch>
            <a:fillRect/>
          </a:stretch>
        </p:blipFill>
        <p:spPr>
          <a:xfrm>
            <a:off x="0" y="4350937"/>
            <a:ext cx="12202990" cy="2507064"/>
          </a:xfrm>
          <a:prstGeom prst="rect">
            <a:avLst/>
          </a:prstGeom>
        </p:spPr>
      </p:pic>
      <p:pic>
        <p:nvPicPr>
          <p:cNvPr id="22" name="Picture 4" descr="Framework of visual transformer | Download Scientific Diagram">
            <a:extLst>
              <a:ext uri="{FF2B5EF4-FFF2-40B4-BE49-F238E27FC236}">
                <a16:creationId xmlns:a16="http://schemas.microsoft.com/office/drawing/2014/main" id="{D5DC3074-2D82-87C3-94D3-4FF357499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00" y="2773580"/>
            <a:ext cx="4194388" cy="146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Εικόνα 22" descr="Εικόνα που περιέχει κείμενο, διάγραμμα, γραμμή, Σχέδι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EAD6EA2-E450-342F-FCE8-36D96D7697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407" y="2773580"/>
            <a:ext cx="4235680" cy="1577791"/>
          </a:xfrm>
          <a:prstGeom prst="rect">
            <a:avLst/>
          </a:prstGeom>
        </p:spPr>
      </p:pic>
      <p:pic>
        <p:nvPicPr>
          <p:cNvPr id="24" name="Picture 2" descr="cnn | LearnOpenCV">
            <a:extLst>
              <a:ext uri="{FF2B5EF4-FFF2-40B4-BE49-F238E27FC236}">
                <a16:creationId xmlns:a16="http://schemas.microsoft.com/office/drawing/2014/main" id="{1D67E493-5F9C-8DDC-465B-1094D8045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7875" y="2299175"/>
            <a:ext cx="3438633" cy="205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9092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22289-7C62-B11B-F1FC-7C582FE16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F893CD-096C-99DA-0385-1B3FC6D9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63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Conclusion - </a:t>
            </a:r>
            <a:r>
              <a:rPr lang="en-US" sz="3200" dirty="0">
                <a:effectLst/>
              </a:rPr>
              <a:t>Redefining the Efficiency-Accuracy Frontier in Computer Vision</a:t>
            </a:r>
            <a:endParaRPr lang="en-US" sz="3200" dirty="0"/>
          </a:p>
        </p:txBody>
      </p:sp>
      <p:graphicFrame>
        <p:nvGraphicFramePr>
          <p:cNvPr id="5" name="Διάγραμμα 4">
            <a:extLst>
              <a:ext uri="{FF2B5EF4-FFF2-40B4-BE49-F238E27FC236}">
                <a16:creationId xmlns:a16="http://schemas.microsoft.com/office/drawing/2014/main" id="{EB7196F4-99C8-5EAB-BE88-50F94B03C870}"/>
              </a:ext>
            </a:extLst>
          </p:cNvPr>
          <p:cNvGraphicFramePr/>
          <p:nvPr/>
        </p:nvGraphicFramePr>
        <p:xfrm>
          <a:off x="105924" y="719666"/>
          <a:ext cx="773457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Εικόνα 6" descr="Εικόνα που περιέχει κείμενο, στιγμιότυπο οθόνη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29EF3D77-470C-067B-A910-32677418993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64" t="5062" r="1" b="447"/>
          <a:stretch>
            <a:fillRect/>
          </a:stretch>
        </p:blipFill>
        <p:spPr>
          <a:xfrm>
            <a:off x="0" y="4350937"/>
            <a:ext cx="12202990" cy="2507064"/>
          </a:xfrm>
          <a:prstGeom prst="rect">
            <a:avLst/>
          </a:prstGeom>
        </p:spPr>
      </p:pic>
      <p:pic>
        <p:nvPicPr>
          <p:cNvPr id="10" name="Εικόνα 9" descr="Εικόνα που περιέχει κείμενο, διάγραμμα, στιγμιότυπο οθόνης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F61C871-3889-57AC-42EE-709CA4EE500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54" t="4698" r="1406" b="1994"/>
          <a:stretch>
            <a:fillRect/>
          </a:stretch>
        </p:blipFill>
        <p:spPr>
          <a:xfrm>
            <a:off x="8706364" y="629230"/>
            <a:ext cx="2638227" cy="3591605"/>
          </a:xfrm>
          <a:prstGeom prst="rect">
            <a:avLst/>
          </a:prstGeom>
          <a:ln w="9525">
            <a:noFill/>
          </a:ln>
        </p:spPr>
      </p:pic>
      <p:sp>
        <p:nvSpPr>
          <p:cNvPr id="11" name="Ορθογώνιο 10">
            <a:extLst>
              <a:ext uri="{FF2B5EF4-FFF2-40B4-BE49-F238E27FC236}">
                <a16:creationId xmlns:a16="http://schemas.microsoft.com/office/drawing/2014/main" id="{2B3F5181-A73E-DAE7-8354-72E2742249BD}"/>
              </a:ext>
            </a:extLst>
          </p:cNvPr>
          <p:cNvSpPr/>
          <p:nvPr/>
        </p:nvSpPr>
        <p:spPr>
          <a:xfrm>
            <a:off x="8698521" y="629231"/>
            <a:ext cx="2638226" cy="3591604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Ευθεία γραμμή σύνδεσης 12">
            <a:extLst>
              <a:ext uri="{FF2B5EF4-FFF2-40B4-BE49-F238E27FC236}">
                <a16:creationId xmlns:a16="http://schemas.microsoft.com/office/drawing/2014/main" id="{D996720B-EA98-D86B-E8A6-A5FDF1C72C79}"/>
              </a:ext>
            </a:extLst>
          </p:cNvPr>
          <p:cNvCxnSpPr>
            <a:cxnSpLocks/>
          </p:cNvCxnSpPr>
          <p:nvPr/>
        </p:nvCxnSpPr>
        <p:spPr>
          <a:xfrm flipV="1">
            <a:off x="8627124" y="4220835"/>
            <a:ext cx="79240" cy="62923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Ευθεία γραμμή σύνδεσης 17">
            <a:extLst>
              <a:ext uri="{FF2B5EF4-FFF2-40B4-BE49-F238E27FC236}">
                <a16:creationId xmlns:a16="http://schemas.microsoft.com/office/drawing/2014/main" id="{32389734-59E3-F008-DD50-F3150055D942}"/>
              </a:ext>
            </a:extLst>
          </p:cNvPr>
          <p:cNvCxnSpPr>
            <a:cxnSpLocks/>
          </p:cNvCxnSpPr>
          <p:nvPr/>
        </p:nvCxnSpPr>
        <p:spPr>
          <a:xfrm flipV="1">
            <a:off x="9086493" y="4220835"/>
            <a:ext cx="2265941" cy="5789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996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37A6-F35D-1300-B1EF-DCF479607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E09510E-1F33-3947-132A-C491FB4B5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63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Conclusion - </a:t>
            </a:r>
            <a:r>
              <a:rPr lang="en-US" sz="3200" dirty="0">
                <a:effectLst/>
              </a:rPr>
              <a:t>Redefining the Efficiency-Accuracy Frontier in Computer Vision</a:t>
            </a:r>
            <a:endParaRPr lang="en-US" sz="3200" dirty="0"/>
          </a:p>
        </p:txBody>
      </p:sp>
      <p:graphicFrame>
        <p:nvGraphicFramePr>
          <p:cNvPr id="5" name="Διάγραμμα 4">
            <a:extLst>
              <a:ext uri="{FF2B5EF4-FFF2-40B4-BE49-F238E27FC236}">
                <a16:creationId xmlns:a16="http://schemas.microsoft.com/office/drawing/2014/main" id="{C69FC79F-EA97-01E1-5F14-21ACAFCF8DC8}"/>
              </a:ext>
            </a:extLst>
          </p:cNvPr>
          <p:cNvGraphicFramePr/>
          <p:nvPr/>
        </p:nvGraphicFramePr>
        <p:xfrm>
          <a:off x="105924" y="719666"/>
          <a:ext cx="773457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Εικόνα 3" descr="Εικόνα που περιέχει κείμενο, στιγμιότυπο οθόνης, διάγραμμα, γραμμή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07A59EBD-C5CA-E115-7C06-F26FE60098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7926" y="1339594"/>
            <a:ext cx="4287552" cy="417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75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01DF6-89B8-F07F-5FC0-32F99F173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D8A5B9F-876B-AADD-F378-C98962BF0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86384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Conclusion - </a:t>
            </a:r>
            <a:r>
              <a:rPr lang="en-US" sz="3200" dirty="0">
                <a:effectLst/>
              </a:rPr>
              <a:t>Redefining the Efficiency-Accuracy Frontier in Computer Vision</a:t>
            </a:r>
            <a:endParaRPr lang="en-US" sz="3200" dirty="0"/>
          </a:p>
        </p:txBody>
      </p:sp>
      <p:graphicFrame>
        <p:nvGraphicFramePr>
          <p:cNvPr id="5" name="Διάγραμμα 4">
            <a:extLst>
              <a:ext uri="{FF2B5EF4-FFF2-40B4-BE49-F238E27FC236}">
                <a16:creationId xmlns:a16="http://schemas.microsoft.com/office/drawing/2014/main" id="{3688077D-242C-6E39-4AAD-B2843E211124}"/>
              </a:ext>
            </a:extLst>
          </p:cNvPr>
          <p:cNvGraphicFramePr/>
          <p:nvPr/>
        </p:nvGraphicFramePr>
        <p:xfrm>
          <a:off x="105924" y="719666"/>
          <a:ext cx="773457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Εικόνα 6" descr="Εικόνα που περιέχει εξωτερικός χώρος/ύπαιθρος, δρόμος, διάβαση πεζών, κείμενο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5D7CD150-12BD-66BD-A29A-FFDF06E983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418" y="1133801"/>
            <a:ext cx="4139658" cy="2328558"/>
          </a:xfrm>
          <a:prstGeom prst="rect">
            <a:avLst/>
          </a:prstGeom>
        </p:spPr>
      </p:pic>
      <p:pic>
        <p:nvPicPr>
          <p:cNvPr id="11" name="Εικόνα 10" descr="Εικόνα που περιέχει στιγμιότυπο οθόνης, Σχεδίαση κινουμένων σχεδίων, παιχνίδι για PC, τέχνη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7C7360FF-04BF-3263-4279-0BAE1589D2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6418" y="3743058"/>
            <a:ext cx="4139658" cy="206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16229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9122</TotalTime>
  <Words>2572</Words>
  <Application>Microsoft Office PowerPoint</Application>
  <PresentationFormat>Widescreen</PresentationFormat>
  <Paragraphs>438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Cambria Math</vt:lpstr>
      <vt:lpstr>Courier New</vt:lpstr>
      <vt:lpstr>Θέμα του Office</vt:lpstr>
      <vt:lpstr>Mamba Vision</vt:lpstr>
      <vt:lpstr>Agenda</vt:lpstr>
      <vt:lpstr>Evolution of Vision Backbones</vt:lpstr>
      <vt:lpstr>Evolution of Vision Backbones</vt:lpstr>
      <vt:lpstr>Evolution of Vision Backbones</vt:lpstr>
      <vt:lpstr>Visual Transformers</vt:lpstr>
      <vt:lpstr>Next-ViT</vt:lpstr>
      <vt:lpstr>Next-ViT architecture</vt:lpstr>
      <vt:lpstr>Next Hybrid Strategy (NHS)</vt:lpstr>
      <vt:lpstr>Next Convolution Block (NCB)</vt:lpstr>
      <vt:lpstr>Multi-Head Convolutional Attention (MHCA)</vt:lpstr>
      <vt:lpstr>Next Transformer Block (NTB)</vt:lpstr>
      <vt:lpstr>Efficient Multi-Head Self-Attention  (E-MHSA)</vt:lpstr>
      <vt:lpstr>Multi-Frequency Signal Mixing</vt:lpstr>
      <vt:lpstr>State Space Models for vision tasks</vt:lpstr>
      <vt:lpstr>Emergence of State Space Models (SSMs)</vt:lpstr>
      <vt:lpstr>Theoretical Foundations: Continuous SSM</vt:lpstr>
      <vt:lpstr>Discretization &amp; Efficient Views</vt:lpstr>
      <vt:lpstr>The Vision-Mamba Gap &amp; Hybrid Motivation</vt:lpstr>
      <vt:lpstr>Theoretical Challenges in Vision &amp; Hybrid Solution</vt:lpstr>
      <vt:lpstr>Macro Design – Hierarchical Structure</vt:lpstr>
      <vt:lpstr>Early Stages – Why CNNs?</vt:lpstr>
      <vt:lpstr>Hybrid Stages</vt:lpstr>
      <vt:lpstr>Micro Design – MambaVision Mixer</vt:lpstr>
      <vt:lpstr>Experimental Results</vt:lpstr>
      <vt:lpstr>Imports</vt:lpstr>
      <vt:lpstr>Config</vt:lpstr>
      <vt:lpstr>Load COCO</vt:lpstr>
      <vt:lpstr>Load Models</vt:lpstr>
      <vt:lpstr>Mamba transform</vt:lpstr>
      <vt:lpstr>COCO → IMAGENET NAME MATCH</vt:lpstr>
      <vt:lpstr>Benchmark Initialization</vt:lpstr>
      <vt:lpstr>GPU Warmup</vt:lpstr>
      <vt:lpstr>Evaluation Loop</vt:lpstr>
      <vt:lpstr>Model inference</vt:lpstr>
      <vt:lpstr>Printing Results</vt:lpstr>
      <vt:lpstr>Results</vt:lpstr>
      <vt:lpstr>Conclusion - Redefining the Efficiency-Accuracy Frontier in Computer Vision</vt:lpstr>
      <vt:lpstr>Conclusion - Redefining the Efficiency-Accuracy Frontier in Computer Vision</vt:lpstr>
      <vt:lpstr>Conclusion - Redefining the Efficiency-Accuracy Frontier in Computer Vision</vt:lpstr>
      <vt:lpstr>Conclusion - Redefining the Efficiency-Accuracy Frontier in Computer Vision</vt:lpstr>
      <vt:lpstr>Conclusion - Redefining the Efficiency-Accuracy Frontier in Computer Vision</vt:lpstr>
      <vt:lpstr>Conclusion - Redefining the Efficiency-Accuracy Frontier in Computer 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Georgios Alexakis</dc:creator>
  <cp:lastModifiedBy>Georgios Alexakis</cp:lastModifiedBy>
  <cp:revision>32</cp:revision>
  <dcterms:created xsi:type="dcterms:W3CDTF">2026-01-20T08:40:17Z</dcterms:created>
  <dcterms:modified xsi:type="dcterms:W3CDTF">2026-02-15T08:14:56Z</dcterms:modified>
</cp:coreProperties>
</file>